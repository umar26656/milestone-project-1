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EBF1E8-D73A-42F3-9D10-9FF243B4486F}" v="30" dt="2026-03-23T01:31:36.36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6677B-8386-4D99-8CB6-60CE85B49A3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7CED7-D397-4570-B28F-957CB125C6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35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Start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7CED7-D397-4570-B28F-957CB125C68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70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786859" y="1368596"/>
            <a:ext cx="1501140" cy="7550150"/>
          </a:xfrm>
          <a:custGeom>
            <a:avLst/>
            <a:gdLst/>
            <a:ahLst/>
            <a:cxnLst/>
            <a:rect l="l" t="t" r="r" b="b"/>
            <a:pathLst>
              <a:path w="1501140" h="7550150">
                <a:moveTo>
                  <a:pt x="1501140" y="0"/>
                </a:moveTo>
                <a:lnTo>
                  <a:pt x="1454574" y="49820"/>
                </a:lnTo>
                <a:lnTo>
                  <a:pt x="1424269" y="82960"/>
                </a:lnTo>
                <a:lnTo>
                  <a:pt x="1394232" y="116347"/>
                </a:lnTo>
                <a:lnTo>
                  <a:pt x="1364464" y="149980"/>
                </a:lnTo>
                <a:lnTo>
                  <a:pt x="1334968" y="183857"/>
                </a:lnTo>
                <a:lnTo>
                  <a:pt x="1305745" y="217976"/>
                </a:lnTo>
                <a:lnTo>
                  <a:pt x="1276796" y="252336"/>
                </a:lnTo>
                <a:lnTo>
                  <a:pt x="1248124" y="286935"/>
                </a:lnTo>
                <a:lnTo>
                  <a:pt x="1219731" y="321771"/>
                </a:lnTo>
                <a:lnTo>
                  <a:pt x="1191617" y="356842"/>
                </a:lnTo>
                <a:lnTo>
                  <a:pt x="1163784" y="392148"/>
                </a:lnTo>
                <a:lnTo>
                  <a:pt x="1136235" y="427686"/>
                </a:lnTo>
                <a:lnTo>
                  <a:pt x="1108970" y="463454"/>
                </a:lnTo>
                <a:lnTo>
                  <a:pt x="1081993" y="499450"/>
                </a:lnTo>
                <a:lnTo>
                  <a:pt x="1055303" y="535674"/>
                </a:lnTo>
                <a:lnTo>
                  <a:pt x="1028904" y="572124"/>
                </a:lnTo>
                <a:lnTo>
                  <a:pt x="1002797" y="608796"/>
                </a:lnTo>
                <a:lnTo>
                  <a:pt x="976983" y="645691"/>
                </a:lnTo>
                <a:lnTo>
                  <a:pt x="951464" y="682806"/>
                </a:lnTo>
                <a:lnTo>
                  <a:pt x="926242" y="720139"/>
                </a:lnTo>
                <a:lnTo>
                  <a:pt x="901318" y="757690"/>
                </a:lnTo>
                <a:lnTo>
                  <a:pt x="876695" y="795455"/>
                </a:lnTo>
                <a:lnTo>
                  <a:pt x="852374" y="833434"/>
                </a:lnTo>
                <a:lnTo>
                  <a:pt x="828356" y="871624"/>
                </a:lnTo>
                <a:lnTo>
                  <a:pt x="804644" y="910025"/>
                </a:lnTo>
                <a:lnTo>
                  <a:pt x="781239" y="948634"/>
                </a:lnTo>
                <a:lnTo>
                  <a:pt x="758143" y="987449"/>
                </a:lnTo>
                <a:lnTo>
                  <a:pt x="735357" y="1026469"/>
                </a:lnTo>
                <a:lnTo>
                  <a:pt x="712884" y="1065693"/>
                </a:lnTo>
                <a:lnTo>
                  <a:pt x="690724" y="1105118"/>
                </a:lnTo>
                <a:lnTo>
                  <a:pt x="668880" y="1144742"/>
                </a:lnTo>
                <a:lnTo>
                  <a:pt x="647353" y="1184565"/>
                </a:lnTo>
                <a:lnTo>
                  <a:pt x="626145" y="1224584"/>
                </a:lnTo>
                <a:lnTo>
                  <a:pt x="605258" y="1264798"/>
                </a:lnTo>
                <a:lnTo>
                  <a:pt x="584694" y="1305205"/>
                </a:lnTo>
                <a:lnTo>
                  <a:pt x="564453" y="1345803"/>
                </a:lnTo>
                <a:lnTo>
                  <a:pt x="544538" y="1386591"/>
                </a:lnTo>
                <a:lnTo>
                  <a:pt x="524951" y="1427566"/>
                </a:lnTo>
                <a:lnTo>
                  <a:pt x="505693" y="1468728"/>
                </a:lnTo>
                <a:lnTo>
                  <a:pt x="486766" y="1510074"/>
                </a:lnTo>
                <a:lnTo>
                  <a:pt x="468172" y="1551602"/>
                </a:lnTo>
                <a:lnTo>
                  <a:pt x="449912" y="1593312"/>
                </a:lnTo>
                <a:lnTo>
                  <a:pt x="431988" y="1635201"/>
                </a:lnTo>
                <a:lnTo>
                  <a:pt x="414402" y="1677268"/>
                </a:lnTo>
                <a:lnTo>
                  <a:pt x="397155" y="1719511"/>
                </a:lnTo>
                <a:lnTo>
                  <a:pt x="380249" y="1761928"/>
                </a:lnTo>
                <a:lnTo>
                  <a:pt x="363687" y="1804517"/>
                </a:lnTo>
                <a:lnTo>
                  <a:pt x="347468" y="1847278"/>
                </a:lnTo>
                <a:lnTo>
                  <a:pt x="331596" y="1890207"/>
                </a:lnTo>
                <a:lnTo>
                  <a:pt x="316072" y="1933304"/>
                </a:lnTo>
                <a:lnTo>
                  <a:pt x="300898" y="1976567"/>
                </a:lnTo>
                <a:lnTo>
                  <a:pt x="286075" y="2019993"/>
                </a:lnTo>
                <a:lnTo>
                  <a:pt x="271605" y="2063582"/>
                </a:lnTo>
                <a:lnTo>
                  <a:pt x="257490" y="2107331"/>
                </a:lnTo>
                <a:lnTo>
                  <a:pt x="243732" y="2151240"/>
                </a:lnTo>
                <a:lnTo>
                  <a:pt x="230331" y="2195305"/>
                </a:lnTo>
                <a:lnTo>
                  <a:pt x="217291" y="2239526"/>
                </a:lnTo>
                <a:lnTo>
                  <a:pt x="204612" y="2283901"/>
                </a:lnTo>
                <a:lnTo>
                  <a:pt x="192296" y="2328428"/>
                </a:lnTo>
                <a:lnTo>
                  <a:pt x="180346" y="2373105"/>
                </a:lnTo>
                <a:lnTo>
                  <a:pt x="168762" y="2417931"/>
                </a:lnTo>
                <a:lnTo>
                  <a:pt x="157546" y="2462904"/>
                </a:lnTo>
                <a:lnTo>
                  <a:pt x="146701" y="2508023"/>
                </a:lnTo>
                <a:lnTo>
                  <a:pt x="136227" y="2553284"/>
                </a:lnTo>
                <a:lnTo>
                  <a:pt x="126127" y="2598688"/>
                </a:lnTo>
                <a:lnTo>
                  <a:pt x="116402" y="2644232"/>
                </a:lnTo>
                <a:lnTo>
                  <a:pt x="107054" y="2689914"/>
                </a:lnTo>
                <a:lnTo>
                  <a:pt x="98085" y="2735733"/>
                </a:lnTo>
                <a:lnTo>
                  <a:pt x="89496" y="2781687"/>
                </a:lnTo>
                <a:lnTo>
                  <a:pt x="81289" y="2827775"/>
                </a:lnTo>
                <a:lnTo>
                  <a:pt x="73466" y="2873994"/>
                </a:lnTo>
                <a:lnTo>
                  <a:pt x="66028" y="2920343"/>
                </a:lnTo>
                <a:lnTo>
                  <a:pt x="58977" y="2966820"/>
                </a:lnTo>
                <a:lnTo>
                  <a:pt x="52315" y="3013424"/>
                </a:lnTo>
                <a:lnTo>
                  <a:pt x="46044" y="3060152"/>
                </a:lnTo>
                <a:lnTo>
                  <a:pt x="40165" y="3107004"/>
                </a:lnTo>
                <a:lnTo>
                  <a:pt x="34680" y="3153977"/>
                </a:lnTo>
                <a:lnTo>
                  <a:pt x="29591" y="3201070"/>
                </a:lnTo>
                <a:lnTo>
                  <a:pt x="24899" y="3248281"/>
                </a:lnTo>
                <a:lnTo>
                  <a:pt x="20606" y="3295608"/>
                </a:lnTo>
                <a:lnTo>
                  <a:pt x="16714" y="3343050"/>
                </a:lnTo>
                <a:lnTo>
                  <a:pt x="13224" y="3390605"/>
                </a:lnTo>
                <a:lnTo>
                  <a:pt x="10138" y="3438271"/>
                </a:lnTo>
                <a:lnTo>
                  <a:pt x="7459" y="3486046"/>
                </a:lnTo>
                <a:lnTo>
                  <a:pt x="5187" y="3533930"/>
                </a:lnTo>
                <a:lnTo>
                  <a:pt x="3324" y="3581919"/>
                </a:lnTo>
                <a:lnTo>
                  <a:pt x="1872" y="3630013"/>
                </a:lnTo>
                <a:lnTo>
                  <a:pt x="833" y="3678209"/>
                </a:lnTo>
                <a:lnTo>
                  <a:pt x="208" y="3726507"/>
                </a:lnTo>
                <a:lnTo>
                  <a:pt x="0" y="3774903"/>
                </a:lnTo>
                <a:lnTo>
                  <a:pt x="208" y="3823300"/>
                </a:lnTo>
                <a:lnTo>
                  <a:pt x="833" y="3871597"/>
                </a:lnTo>
                <a:lnTo>
                  <a:pt x="1872" y="3919794"/>
                </a:lnTo>
                <a:lnTo>
                  <a:pt x="3324" y="3967888"/>
                </a:lnTo>
                <a:lnTo>
                  <a:pt x="5187" y="4015877"/>
                </a:lnTo>
                <a:lnTo>
                  <a:pt x="7459" y="4063760"/>
                </a:lnTo>
                <a:lnTo>
                  <a:pt x="10138" y="4111536"/>
                </a:lnTo>
                <a:lnTo>
                  <a:pt x="13224" y="4159202"/>
                </a:lnTo>
                <a:lnTo>
                  <a:pt x="16714" y="4206756"/>
                </a:lnTo>
                <a:lnTo>
                  <a:pt x="20606" y="4254198"/>
                </a:lnTo>
                <a:lnTo>
                  <a:pt x="24899" y="4301525"/>
                </a:lnTo>
                <a:lnTo>
                  <a:pt x="29591" y="4348736"/>
                </a:lnTo>
                <a:lnTo>
                  <a:pt x="34680" y="4395829"/>
                </a:lnTo>
                <a:lnTo>
                  <a:pt x="40165" y="4442802"/>
                </a:lnTo>
                <a:lnTo>
                  <a:pt x="46044" y="4489654"/>
                </a:lnTo>
                <a:lnTo>
                  <a:pt x="52315" y="4536383"/>
                </a:lnTo>
                <a:lnTo>
                  <a:pt x="58977" y="4582987"/>
                </a:lnTo>
                <a:lnTo>
                  <a:pt x="66028" y="4629464"/>
                </a:lnTo>
                <a:lnTo>
                  <a:pt x="73466" y="4675813"/>
                </a:lnTo>
                <a:lnTo>
                  <a:pt x="81289" y="4722032"/>
                </a:lnTo>
                <a:lnTo>
                  <a:pt x="89496" y="4768119"/>
                </a:lnTo>
                <a:lnTo>
                  <a:pt x="98085" y="4814074"/>
                </a:lnTo>
                <a:lnTo>
                  <a:pt x="107054" y="4859893"/>
                </a:lnTo>
                <a:lnTo>
                  <a:pt x="116402" y="4905575"/>
                </a:lnTo>
                <a:lnTo>
                  <a:pt x="126127" y="4951119"/>
                </a:lnTo>
                <a:lnTo>
                  <a:pt x="136227" y="4996522"/>
                </a:lnTo>
                <a:lnTo>
                  <a:pt x="146701" y="5041784"/>
                </a:lnTo>
                <a:lnTo>
                  <a:pt x="157546" y="5086902"/>
                </a:lnTo>
                <a:lnTo>
                  <a:pt x="168762" y="5131875"/>
                </a:lnTo>
                <a:lnTo>
                  <a:pt x="180346" y="5176701"/>
                </a:lnTo>
                <a:lnTo>
                  <a:pt x="192296" y="5221379"/>
                </a:lnTo>
                <a:lnTo>
                  <a:pt x="204612" y="5265905"/>
                </a:lnTo>
                <a:lnTo>
                  <a:pt x="217291" y="5310280"/>
                </a:lnTo>
                <a:lnTo>
                  <a:pt x="230331" y="5354501"/>
                </a:lnTo>
                <a:lnTo>
                  <a:pt x="243732" y="5398567"/>
                </a:lnTo>
                <a:lnTo>
                  <a:pt x="257490" y="5442475"/>
                </a:lnTo>
                <a:lnTo>
                  <a:pt x="271605" y="5486225"/>
                </a:lnTo>
                <a:lnTo>
                  <a:pt x="286075" y="5529814"/>
                </a:lnTo>
                <a:lnTo>
                  <a:pt x="300898" y="5573240"/>
                </a:lnTo>
                <a:lnTo>
                  <a:pt x="316072" y="5616503"/>
                </a:lnTo>
                <a:lnTo>
                  <a:pt x="331596" y="5659600"/>
                </a:lnTo>
                <a:lnTo>
                  <a:pt x="347468" y="5702529"/>
                </a:lnTo>
                <a:lnTo>
                  <a:pt x="363687" y="5745289"/>
                </a:lnTo>
                <a:lnTo>
                  <a:pt x="380249" y="5787879"/>
                </a:lnTo>
                <a:lnTo>
                  <a:pt x="397155" y="5830296"/>
                </a:lnTo>
                <a:lnTo>
                  <a:pt x="414402" y="5872539"/>
                </a:lnTo>
                <a:lnTo>
                  <a:pt x="431988" y="5914605"/>
                </a:lnTo>
                <a:lnTo>
                  <a:pt x="449912" y="5956494"/>
                </a:lnTo>
                <a:lnTo>
                  <a:pt x="468172" y="5998204"/>
                </a:lnTo>
                <a:lnTo>
                  <a:pt x="486766" y="6039733"/>
                </a:lnTo>
                <a:lnTo>
                  <a:pt x="505693" y="6081079"/>
                </a:lnTo>
                <a:lnTo>
                  <a:pt x="524951" y="6122241"/>
                </a:lnTo>
                <a:lnTo>
                  <a:pt x="544538" y="6163216"/>
                </a:lnTo>
                <a:lnTo>
                  <a:pt x="564453" y="6204004"/>
                </a:lnTo>
                <a:lnTo>
                  <a:pt x="584694" y="6244602"/>
                </a:lnTo>
                <a:lnTo>
                  <a:pt x="605258" y="6285009"/>
                </a:lnTo>
                <a:lnTo>
                  <a:pt x="626145" y="6325222"/>
                </a:lnTo>
                <a:lnTo>
                  <a:pt x="647353" y="6365242"/>
                </a:lnTo>
                <a:lnTo>
                  <a:pt x="668880" y="6405064"/>
                </a:lnTo>
                <a:lnTo>
                  <a:pt x="690724" y="6444689"/>
                </a:lnTo>
                <a:lnTo>
                  <a:pt x="712884" y="6484114"/>
                </a:lnTo>
                <a:lnTo>
                  <a:pt x="735357" y="6523337"/>
                </a:lnTo>
                <a:lnTo>
                  <a:pt x="758143" y="6562358"/>
                </a:lnTo>
                <a:lnTo>
                  <a:pt x="781239" y="6601173"/>
                </a:lnTo>
                <a:lnTo>
                  <a:pt x="804644" y="6639782"/>
                </a:lnTo>
                <a:lnTo>
                  <a:pt x="828356" y="6678182"/>
                </a:lnTo>
                <a:lnTo>
                  <a:pt x="852374" y="6716373"/>
                </a:lnTo>
                <a:lnTo>
                  <a:pt x="876695" y="6754352"/>
                </a:lnTo>
                <a:lnTo>
                  <a:pt x="901318" y="6792117"/>
                </a:lnTo>
                <a:lnTo>
                  <a:pt x="926242" y="6829667"/>
                </a:lnTo>
                <a:lnTo>
                  <a:pt x="951464" y="6867001"/>
                </a:lnTo>
                <a:lnTo>
                  <a:pt x="976983" y="6904116"/>
                </a:lnTo>
                <a:lnTo>
                  <a:pt x="1002797" y="6941010"/>
                </a:lnTo>
                <a:lnTo>
                  <a:pt x="1028904" y="6977683"/>
                </a:lnTo>
                <a:lnTo>
                  <a:pt x="1055303" y="7014132"/>
                </a:lnTo>
                <a:lnTo>
                  <a:pt x="1081993" y="7050356"/>
                </a:lnTo>
                <a:lnTo>
                  <a:pt x="1108970" y="7086353"/>
                </a:lnTo>
                <a:lnTo>
                  <a:pt x="1136235" y="7122121"/>
                </a:lnTo>
                <a:lnTo>
                  <a:pt x="1163784" y="7157659"/>
                </a:lnTo>
                <a:lnTo>
                  <a:pt x="1191617" y="7192964"/>
                </a:lnTo>
                <a:lnTo>
                  <a:pt x="1219731" y="7228036"/>
                </a:lnTo>
                <a:lnTo>
                  <a:pt x="1248124" y="7262872"/>
                </a:lnTo>
                <a:lnTo>
                  <a:pt x="1276796" y="7297471"/>
                </a:lnTo>
                <a:lnTo>
                  <a:pt x="1305745" y="7331831"/>
                </a:lnTo>
                <a:lnTo>
                  <a:pt x="1334968" y="7365950"/>
                </a:lnTo>
                <a:lnTo>
                  <a:pt x="1364464" y="7399827"/>
                </a:lnTo>
                <a:lnTo>
                  <a:pt x="1394232" y="7433460"/>
                </a:lnTo>
                <a:lnTo>
                  <a:pt x="1424269" y="7466847"/>
                </a:lnTo>
                <a:lnTo>
                  <a:pt x="1454574" y="7499987"/>
                </a:lnTo>
                <a:lnTo>
                  <a:pt x="1485145" y="7532877"/>
                </a:lnTo>
                <a:lnTo>
                  <a:pt x="1501140" y="7549807"/>
                </a:lnTo>
              </a:path>
            </a:pathLst>
          </a:custGeom>
          <a:ln w="6187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4348" y="327786"/>
            <a:ext cx="11106150" cy="9363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88794" y="1645666"/>
            <a:ext cx="14829790" cy="5879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4239" y="340356"/>
            <a:ext cx="4446493" cy="12171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38247" y="1629537"/>
            <a:ext cx="141655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Cambria"/>
                <a:cs typeface="Cambria"/>
              </a:rPr>
              <a:t>Vel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spc="-55" dirty="0">
                <a:latin typeface="Cambria"/>
                <a:cs typeface="Cambria"/>
              </a:rPr>
              <a:t>Tech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Rangarajan</a:t>
            </a:r>
            <a:r>
              <a:rPr sz="3200" b="1" spc="-105" dirty="0">
                <a:latin typeface="Cambria"/>
                <a:cs typeface="Cambria"/>
              </a:rPr>
              <a:t> </a:t>
            </a:r>
            <a:r>
              <a:rPr sz="3200" b="1" spc="-85" dirty="0">
                <a:latin typeface="Cambria"/>
                <a:cs typeface="Cambria"/>
              </a:rPr>
              <a:t>Dr.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Sagunthala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R&amp;D</a:t>
            </a:r>
            <a:r>
              <a:rPr sz="3200" b="1" spc="-114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Institute</a:t>
            </a:r>
            <a:r>
              <a:rPr sz="3200" b="1" spc="-6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2546" y="2116962"/>
            <a:ext cx="43211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spc="-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spc="-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2594" y="2506705"/>
            <a:ext cx="13508990" cy="5070619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709930" algn="ctr">
              <a:lnSpc>
                <a:spcPct val="100000"/>
              </a:lnSpc>
              <a:spcBef>
                <a:spcPts val="1360"/>
              </a:spcBef>
            </a:pPr>
            <a:r>
              <a:rPr sz="3200" b="1" dirty="0">
                <a:latin typeface="Cambria"/>
                <a:cs typeface="Cambria"/>
              </a:rPr>
              <a:t>Department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Computer</a:t>
            </a:r>
            <a:r>
              <a:rPr sz="3200" b="1" spc="-7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Engineering</a:t>
            </a:r>
            <a:endParaRPr sz="3200" dirty="0">
              <a:latin typeface="Cambria"/>
              <a:cs typeface="Cambria"/>
            </a:endParaRPr>
          </a:p>
          <a:p>
            <a:pPr marL="710565" algn="ctr">
              <a:lnSpc>
                <a:spcPct val="100000"/>
              </a:lnSpc>
              <a:spcBef>
                <a:spcPts val="1090"/>
              </a:spcBef>
            </a:pPr>
            <a:r>
              <a:rPr sz="2800" b="1" spc="229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2800" b="1" spc="38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2800" b="1" spc="33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45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305" dirty="0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9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2800" b="1" spc="37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45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 dirty="0">
              <a:latin typeface="Cambria"/>
              <a:cs typeface="Cambria"/>
            </a:endParaRPr>
          </a:p>
          <a:p>
            <a:pPr marL="712470" algn="ctr">
              <a:lnSpc>
                <a:spcPct val="100000"/>
              </a:lnSpc>
              <a:spcBef>
                <a:spcPts val="157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sz="3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50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3600" dirty="0">
              <a:latin typeface="Arial"/>
              <a:cs typeface="Arial"/>
            </a:endParaRPr>
          </a:p>
          <a:p>
            <a:pPr marL="712470" algn="ctr">
              <a:lnSpc>
                <a:spcPct val="100000"/>
              </a:lnSpc>
              <a:spcBef>
                <a:spcPts val="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r>
              <a:rPr sz="3600" b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IN" sz="3600" b="1" spc="-10" dirty="0">
                <a:solidFill>
                  <a:srgbClr val="C00000"/>
                </a:solidFill>
                <a:latin typeface="Arial"/>
                <a:cs typeface="Arial"/>
              </a:rPr>
              <a:t>23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-0</a:t>
            </a:r>
            <a:r>
              <a:rPr lang="en-IN" sz="3600" b="1" spc="-1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3600" b="1" spc="-20" dirty="0">
                <a:solidFill>
                  <a:srgbClr val="C00000"/>
                </a:solidFill>
                <a:latin typeface="Arial"/>
                <a:cs typeface="Arial"/>
              </a:rPr>
              <a:t>2026</a:t>
            </a:r>
            <a:endParaRPr sz="3600" dirty="0">
              <a:latin typeface="Arial"/>
              <a:cs typeface="Arial"/>
            </a:endParaRPr>
          </a:p>
          <a:p>
            <a:pPr marL="866775">
              <a:lnSpc>
                <a:spcPct val="100000"/>
              </a:lnSpc>
              <a:spcBef>
                <a:spcPts val="3895"/>
              </a:spcBef>
            </a:pPr>
            <a:r>
              <a:rPr sz="4400" dirty="0">
                <a:latin typeface="Calibri"/>
                <a:cs typeface="Calibri"/>
              </a:rPr>
              <a:t>END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TO</a:t>
            </a:r>
            <a:r>
              <a:rPr sz="4400" spc="-8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END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EVENT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LIFE</a:t>
            </a:r>
            <a:r>
              <a:rPr sz="4400" spc="-6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CYCLE</a:t>
            </a:r>
            <a:r>
              <a:rPr sz="4400" spc="-7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&amp;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TICKETING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PLATFORM</a:t>
            </a:r>
            <a:endParaRPr sz="4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80"/>
              </a:spcBef>
            </a:pPr>
            <a:r>
              <a:rPr sz="3200" b="1" dirty="0">
                <a:latin typeface="Cambria"/>
                <a:cs typeface="Cambria"/>
              </a:rPr>
              <a:t>SDG:</a:t>
            </a:r>
            <a:r>
              <a:rPr sz="3200" b="1" spc="-4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SDG</a:t>
            </a:r>
            <a:r>
              <a:rPr sz="3200" b="1" spc="-4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No</a:t>
            </a:r>
            <a:r>
              <a:rPr sz="3200" b="1" spc="-3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–4</a:t>
            </a:r>
            <a:r>
              <a:rPr sz="3200" b="1" spc="-3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(</a:t>
            </a:r>
            <a:r>
              <a:rPr sz="3200" b="1" spc="-3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Quality</a:t>
            </a:r>
            <a:r>
              <a:rPr sz="3200" b="1" spc="-25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Education)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87001" y="7758379"/>
            <a:ext cx="6858000" cy="1872307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Courses</a:t>
            </a:r>
            <a:r>
              <a:rPr sz="3000" b="1" spc="-40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Handling</a:t>
            </a:r>
            <a:r>
              <a:rPr sz="3000" b="1" spc="-55" dirty="0">
                <a:latin typeface="Cambria"/>
                <a:cs typeface="Cambria"/>
              </a:rPr>
              <a:t> </a:t>
            </a:r>
            <a:r>
              <a:rPr sz="3000" b="1" spc="-10" dirty="0">
                <a:latin typeface="Cambria"/>
                <a:cs typeface="Cambria"/>
              </a:rPr>
              <a:t>Faculty:</a:t>
            </a:r>
            <a:r>
              <a:rPr lang="en-US" sz="3000" b="1" spc="-10" dirty="0">
                <a:latin typeface="Cambria"/>
                <a:cs typeface="Cambria"/>
              </a:rPr>
              <a:t>                         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 . HEMAMALINI – M.E., Ph.D.,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00000"/>
              </a:lnSpc>
              <a:spcBef>
                <a:spcPts val="1900"/>
              </a:spcBef>
            </a:pPr>
            <a:endParaRPr sz="30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2718" y="7728977"/>
            <a:ext cx="9695282" cy="1421543"/>
          </a:xfrm>
          <a:prstGeom prst="rect">
            <a:avLst/>
          </a:prstGeom>
        </p:spPr>
        <p:txBody>
          <a:bodyPr vert="horz" wrap="square" lIns="0" tIns="252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85"/>
              </a:spcBef>
            </a:pPr>
            <a:r>
              <a:rPr sz="3000" b="1" dirty="0">
                <a:latin typeface="Cambria"/>
                <a:cs typeface="Cambria"/>
              </a:rPr>
              <a:t>Presented</a:t>
            </a:r>
            <a:r>
              <a:rPr sz="3000" b="1" spc="-140" dirty="0">
                <a:latin typeface="Cambria"/>
                <a:cs typeface="Cambria"/>
              </a:rPr>
              <a:t> </a:t>
            </a:r>
            <a:r>
              <a:rPr sz="3000" b="1" spc="-25" dirty="0">
                <a:latin typeface="Cambria"/>
                <a:cs typeface="Cambria"/>
              </a:rPr>
              <a:t>By: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lang="en-US" sz="3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K.UMAR</a:t>
            </a:r>
            <a:r>
              <a:rPr sz="3000" spc="-1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sz="3000" spc="1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3000" spc="15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VT</a:t>
            </a:r>
            <a:r>
              <a:rPr lang="en-IN" sz="3000" spc="15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U26656</a:t>
            </a:r>
            <a:r>
              <a:rPr sz="30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3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Reg.No.2</a:t>
            </a:r>
            <a:r>
              <a:rPr lang="en-US" sz="3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3UECS0293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5612" y="1952244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5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1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8" y="496061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7556" y="2179701"/>
            <a:ext cx="1485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70" dirty="0">
                <a:solidFill>
                  <a:srgbClr val="FFFDFD"/>
                </a:solidFill>
                <a:latin typeface="Tahoma"/>
                <a:cs typeface="Tahoma"/>
              </a:rPr>
              <a:t>1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7927" y="4447032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6583" y="4558029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7927" y="310743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4203" y="3217925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7927" y="511606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680" y="5226557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7927" y="3776471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2680" y="3887215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7927" y="645566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4203" y="65666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7927" y="578510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19632" y="5895847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7927" y="712317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1155" y="7234555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7927" y="7790688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19632" y="7902320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270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486CBE4B-F2DA-ABA2-0D16-0C78B1A39E7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362199" y="1745535"/>
            <a:ext cx="13950695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management and ticket booking are commonly handled manually or through separate systems.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leads to inefficiency, data inconsistency, and poor user experience.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increasing demand for online services, there is a need for a centralized platform.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provides a digital solution for managing events and booking tickets.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view events, book tickets, and make payments easily.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can manage events, users, and bookings efficiently.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ensures accuracy, speed, and better organization.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improves accessibility and reduces manual workload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8659" y="2648711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9761" y="2875228"/>
            <a:ext cx="23114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0975" y="442874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9632" y="4539233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727" y="520484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0975" y="376275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727" y="3873245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7252" y="6536563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2680" y="5870828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204329"/>
            <a:ext cx="165735" cy="95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565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0" dirty="0"/>
              <a:t> </a:t>
            </a:r>
            <a:r>
              <a:rPr spc="-75" dirty="0"/>
              <a:t>STATEMENT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F519A9-379C-50D4-981B-97F25580AF2C}"/>
              </a:ext>
            </a:extLst>
          </p:cNvPr>
          <p:cNvSpPr txBox="1"/>
          <p:nvPr/>
        </p:nvSpPr>
        <p:spPr>
          <a:xfrm>
            <a:off x="2209800" y="1982723"/>
            <a:ext cx="1410309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Existing event management systems are not fully integrated and often rely on manual processes.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Users face difficulties in discovering events and booking tickets efficiently.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Event organizers struggle with managing bookings and tracking data.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Lack of automation leads to errors, delays, and poor user experience.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There is a need for a reliable and automated system.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The system should handle event creation, ticket booking, and data management.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It should improve efficiency, accuracy, and user satisfaction</a:t>
            </a:r>
            <a:r>
              <a:rPr lang="en-US" dirty="0"/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3316223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3543427"/>
            <a:ext cx="2362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442874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0975" y="264871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7252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19632" y="4539233"/>
            <a:ext cx="170815" cy="36182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2032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554348" y="327786"/>
            <a:ext cx="1110615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75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B3744F6-9E3B-8F17-2F51-70EF57217C1D}"/>
              </a:ext>
            </a:extLst>
          </p:cNvPr>
          <p:cNvSpPr txBox="1"/>
          <p:nvPr/>
        </p:nvSpPr>
        <p:spPr>
          <a:xfrm>
            <a:off x="2080487" y="2092833"/>
            <a:ext cx="1423240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To design and develop a web-based event ticketing system for efficient event management.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To implement a secure and user-friendly platform for booking and managing tickets.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3983735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7569" y="4211192"/>
            <a:ext cx="25590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70" dirty="0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33162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727" y="520484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264871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2680" y="5870828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2680" y="6536563"/>
            <a:ext cx="165735" cy="1621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095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2C0283E6-1B60-E6CE-4A1F-167506261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344" y="1982723"/>
            <a:ext cx="1424155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is a web-based application for managing events and ticket bookings.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register, login, view events, and book tickets.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can add, update, and delete events.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stores all data in a centralized database.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provides real-time updates on ticket availability.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platform ensures secure login and transaction handling.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reduces manual work and increases efficiency.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improves user experience and system reliability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4655820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4883658"/>
            <a:ext cx="2355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33207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31285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975" y="19872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7405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0975" y="3988308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19632" y="409879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265328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63393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0975" y="642975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7252" y="6541389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0975" y="576529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875401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0975" y="70881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4203" y="7199503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0975" y="775563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867268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14" dirty="0"/>
              <a:t> </a:t>
            </a:r>
            <a:r>
              <a:rPr dirty="0"/>
              <a:t>SYSTEM</a:t>
            </a:r>
            <a:r>
              <a:rPr spc="-30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FE983FE-85E4-53CB-E082-09ABAC6A0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081087"/>
            <a:ext cx="12192000" cy="8124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5318759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5546597"/>
            <a:ext cx="2476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6425184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3464" y="6536563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709269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04329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95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C151938-45F9-4C5D-027E-B4DDCFEDE2D5}"/>
              </a:ext>
            </a:extLst>
          </p:cNvPr>
          <p:cNvSpPr/>
          <p:nvPr/>
        </p:nvSpPr>
        <p:spPr>
          <a:xfrm>
            <a:off x="8458200" y="1147571"/>
            <a:ext cx="1600200" cy="64312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start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A72555C-A9BE-F0BE-A846-2DB1BE5D0B86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9258300" y="1790700"/>
            <a:ext cx="0" cy="526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3E7B8A52-FA1A-E49B-EB18-6168DEFBF63B}"/>
              </a:ext>
            </a:extLst>
          </p:cNvPr>
          <p:cNvSpPr/>
          <p:nvPr/>
        </p:nvSpPr>
        <p:spPr>
          <a:xfrm>
            <a:off x="8305802" y="2377949"/>
            <a:ext cx="1981198" cy="643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User Registers  / Logs In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E093A71-22C8-BB8C-AD71-B93E74D60237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9296401" y="3021079"/>
            <a:ext cx="0" cy="405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D8F83E52-6DB4-ADED-43BF-BF1CA2627106}"/>
              </a:ext>
            </a:extLst>
          </p:cNvPr>
          <p:cNvSpPr/>
          <p:nvPr/>
        </p:nvSpPr>
        <p:spPr>
          <a:xfrm>
            <a:off x="8305802" y="3426333"/>
            <a:ext cx="1981198" cy="4340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View Events List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E6FA547-1547-D89C-6620-B10C20A47250}"/>
              </a:ext>
            </a:extLst>
          </p:cNvPr>
          <p:cNvCxnSpPr/>
          <p:nvPr/>
        </p:nvCxnSpPr>
        <p:spPr>
          <a:xfrm>
            <a:off x="9296401" y="4094226"/>
            <a:ext cx="0" cy="285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2694B7D-D211-90D9-BA6B-C984F1FC5050}"/>
              </a:ext>
            </a:extLst>
          </p:cNvPr>
          <p:cNvSpPr/>
          <p:nvPr/>
        </p:nvSpPr>
        <p:spPr>
          <a:xfrm>
            <a:off x="8305802" y="4217543"/>
            <a:ext cx="1981198" cy="5441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Select Event 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E366C10-B0A5-F28B-BA75-080A23A4B627}"/>
              </a:ext>
            </a:extLst>
          </p:cNvPr>
          <p:cNvCxnSpPr>
            <a:stCxn id="32" idx="2"/>
            <a:endCxn id="35" idx="0"/>
          </p:cNvCxnSpPr>
          <p:nvPr/>
        </p:nvCxnSpPr>
        <p:spPr>
          <a:xfrm>
            <a:off x="9296401" y="3860418"/>
            <a:ext cx="0" cy="357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A01F37B-EA89-2EB3-DB44-BAAFDAD54933}"/>
              </a:ext>
            </a:extLst>
          </p:cNvPr>
          <p:cNvSpPr/>
          <p:nvPr/>
        </p:nvSpPr>
        <p:spPr>
          <a:xfrm>
            <a:off x="8305802" y="5046853"/>
            <a:ext cx="1981198" cy="4997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Enter Booking Details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837512D-27FE-A4EA-93FA-D29252999713}"/>
              </a:ext>
            </a:extLst>
          </p:cNvPr>
          <p:cNvCxnSpPr>
            <a:stCxn id="35" idx="2"/>
            <a:endCxn id="38" idx="0"/>
          </p:cNvCxnSpPr>
          <p:nvPr/>
        </p:nvCxnSpPr>
        <p:spPr>
          <a:xfrm>
            <a:off x="9296401" y="4761738"/>
            <a:ext cx="0" cy="285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C0DE5DC-CC48-8C9C-5EFF-CEBB29A7DE31}"/>
              </a:ext>
            </a:extLst>
          </p:cNvPr>
          <p:cNvSpPr/>
          <p:nvPr/>
        </p:nvSpPr>
        <p:spPr>
          <a:xfrm>
            <a:off x="8305802" y="5829301"/>
            <a:ext cx="1981198" cy="5958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Confirm Booking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BD9680D-22B5-5C13-FCAE-48A0579AF9C2}"/>
              </a:ext>
            </a:extLst>
          </p:cNvPr>
          <p:cNvSpPr/>
          <p:nvPr/>
        </p:nvSpPr>
        <p:spPr>
          <a:xfrm>
            <a:off x="8305802" y="6707889"/>
            <a:ext cx="1981198" cy="6135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Store in Database(MySQL)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5466F7-DCA5-B7EB-B0F1-9CA44FFEDC13}"/>
              </a:ext>
            </a:extLst>
          </p:cNvPr>
          <p:cNvSpPr/>
          <p:nvPr/>
        </p:nvSpPr>
        <p:spPr>
          <a:xfrm>
            <a:off x="8305802" y="7636890"/>
            <a:ext cx="1981198" cy="5204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Show Confirmation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720B7D1-2188-6A41-4350-ACF59429259B}"/>
              </a:ext>
            </a:extLst>
          </p:cNvPr>
          <p:cNvSpPr/>
          <p:nvPr/>
        </p:nvSpPr>
        <p:spPr>
          <a:xfrm>
            <a:off x="8458200" y="8472804"/>
            <a:ext cx="1828800" cy="66662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End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D77F482-2E7E-B587-0A14-18A84359DFA2}"/>
              </a:ext>
            </a:extLst>
          </p:cNvPr>
          <p:cNvCxnSpPr>
            <a:stCxn id="38" idx="2"/>
            <a:endCxn id="41" idx="0"/>
          </p:cNvCxnSpPr>
          <p:nvPr/>
        </p:nvCxnSpPr>
        <p:spPr>
          <a:xfrm>
            <a:off x="9296401" y="5546597"/>
            <a:ext cx="0" cy="282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63859C0-2320-BF16-5F53-1BCC02E91F55}"/>
              </a:ext>
            </a:extLst>
          </p:cNvPr>
          <p:cNvCxnSpPr>
            <a:stCxn id="41" idx="2"/>
            <a:endCxn id="42" idx="0"/>
          </p:cNvCxnSpPr>
          <p:nvPr/>
        </p:nvCxnSpPr>
        <p:spPr>
          <a:xfrm>
            <a:off x="9296401" y="6425185"/>
            <a:ext cx="0" cy="282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84949B6-EF76-9594-18AB-076427418B25}"/>
              </a:ext>
            </a:extLst>
          </p:cNvPr>
          <p:cNvCxnSpPr>
            <a:stCxn id="42" idx="2"/>
            <a:endCxn id="43" idx="0"/>
          </p:cNvCxnSpPr>
          <p:nvPr/>
        </p:nvCxnSpPr>
        <p:spPr>
          <a:xfrm>
            <a:off x="9296401" y="7321422"/>
            <a:ext cx="0" cy="315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7A7B006-2FA9-617A-9197-F9A078AF0BA9}"/>
              </a:ext>
            </a:extLst>
          </p:cNvPr>
          <p:cNvCxnSpPr>
            <a:stCxn id="43" idx="2"/>
            <a:endCxn id="44" idx="0"/>
          </p:cNvCxnSpPr>
          <p:nvPr/>
        </p:nvCxnSpPr>
        <p:spPr>
          <a:xfrm>
            <a:off x="9296401" y="8157336"/>
            <a:ext cx="76199" cy="315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597712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5974" y="6204661"/>
            <a:ext cx="230504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709269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04329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233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15" dirty="0"/>
              <a:t> </a:t>
            </a:r>
            <a:r>
              <a:rPr spc="-20" dirty="0"/>
              <a:t>USED</a:t>
            </a:r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EBE73055-BF0A-4FD4-80EA-1FE0A692DF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0" y="2303129"/>
            <a:ext cx="1119476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HTML5, CSS3, JavaScript (ES6), JSP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Java (Servlets), Apache Tomcat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MySQL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Eclipse IDE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Hardware/Software:</a:t>
            </a:r>
            <a:r>
              <a:rPr lang="en-US" altLang="en-US" sz="3600" b="0" dirty="0"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Tomcat Server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9878" y="6882130"/>
            <a:ext cx="2419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70" dirty="0">
                <a:solidFill>
                  <a:srgbClr val="FFFDFD"/>
                </a:solidFill>
                <a:latin typeface="Tahoma"/>
                <a:cs typeface="Tahoma"/>
              </a:rPr>
              <a:t>8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097270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628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25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A19D1454-B55C-38CF-F077-E28B58C12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8596" y="2131608"/>
            <a:ext cx="1726014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Management: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Handles registration, login, and profile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Management: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Admin creates and manages events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Booking System: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Users book tickets and view bookings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Management: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Stores and retrieves data securely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070" y="2092833"/>
            <a:ext cx="217804" cy="521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6195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514600" y="7167173"/>
            <a:ext cx="14205204" cy="1982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br>
              <a:rPr lang="en-US" sz="3200" dirty="0"/>
            </a:br>
            <a:r>
              <a:rPr lang="en-US" sz="3200" dirty="0"/>
              <a:t>The Register page allows new users to create an account by entering name, email, and password.</a:t>
            </a:r>
            <a:br>
              <a:rPr lang="en-US" sz="3200" dirty="0"/>
            </a:br>
            <a:r>
              <a:rPr lang="en-US" sz="3200" dirty="0"/>
              <a:t>Data is stored in the database for future login authentication.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0EE1F8-8A27-DC93-9D22-2AA387A162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011" y="1982723"/>
            <a:ext cx="7399389" cy="44658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951" rIns="0" bIns="0" rtlCol="0">
            <a:spAutoFit/>
          </a:bodyPr>
          <a:lstStyle/>
          <a:p>
            <a:pPr marL="5854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67562" y="2092833"/>
            <a:ext cx="16987520" cy="66120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0830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lang="en-IN"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8(A)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lang="en-IN" sz="24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lang="en-IN"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lang="en-IN" sz="1700" dirty="0">
              <a:latin typeface="Tahoma"/>
              <a:cs typeface="Tahoma"/>
            </a:endParaRPr>
          </a:p>
          <a:p>
            <a:pPr marL="976630">
              <a:lnSpc>
                <a:spcPct val="100000"/>
              </a:lnSpc>
              <a:spcBef>
                <a:spcPts val="530"/>
              </a:spcBef>
            </a:pPr>
            <a:r>
              <a:rPr lang="en-US" sz="2800" dirty="0"/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41476E1-F170-1C5C-B2E5-DEE78300B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670" y="2247901"/>
            <a:ext cx="9267529" cy="39768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E973834-C6A0-73AE-030E-4F73B1E67800}"/>
              </a:ext>
            </a:extLst>
          </p:cNvPr>
          <p:cNvSpPr txBox="1"/>
          <p:nvPr/>
        </p:nvSpPr>
        <p:spPr>
          <a:xfrm>
            <a:off x="1728596" y="7124700"/>
            <a:ext cx="14584299" cy="1449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6630">
              <a:lnSpc>
                <a:spcPct val="100000"/>
              </a:lnSpc>
              <a:spcBef>
                <a:spcPts val="530"/>
              </a:spcBef>
            </a:pPr>
            <a:r>
              <a:rPr lang="en-IN"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</a:p>
          <a:p>
            <a:pPr marL="976630" algn="just">
              <a:lnSpc>
                <a:spcPct val="100000"/>
              </a:lnSpc>
              <a:spcBef>
                <a:spcPts val="530"/>
              </a:spcBef>
            </a:pPr>
            <a:r>
              <a:rPr lang="en-US" sz="2800" dirty="0"/>
              <a:t>Login page lets existing users log in using their registered email and password.</a:t>
            </a:r>
            <a:br>
              <a:rPr lang="en-US" sz="2800" dirty="0"/>
            </a:br>
            <a:r>
              <a:rPr lang="en-US" sz="2800" dirty="0"/>
              <a:t>Validates credentials and redirects to the events dashboard on success</a:t>
            </a:r>
            <a:endParaRPr lang="en-IN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6706" y="2092833"/>
            <a:ext cx="705485" cy="521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445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8(B)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441194" y="7895081"/>
            <a:ext cx="14890115" cy="15029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lang="en-IN" sz="32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/>
              <a:t>Displays a list of available events with date, venue, and ticket price.</a:t>
            </a:r>
            <a:br>
              <a:rPr lang="en-US" sz="3200" dirty="0"/>
            </a:br>
            <a:r>
              <a:rPr lang="en-US" sz="3200" dirty="0"/>
              <a:t>Users can select quantity and click “Book” to reserve tickets.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46C18B-31EB-1B1F-5E6C-CBEA9524B4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2727" y="2092833"/>
            <a:ext cx="14890115" cy="52941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3658" y="2092833"/>
            <a:ext cx="711835" cy="521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905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8(C)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514600" y="7207562"/>
            <a:ext cx="13265404" cy="15029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lang="en-IN" sz="32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/>
              <a:t>Shows a success message after ticket booking is completed.</a:t>
            </a:r>
            <a:br>
              <a:rPr lang="en-US" sz="3200" dirty="0"/>
            </a:br>
            <a:r>
              <a:rPr lang="en-US" sz="3200" dirty="0"/>
              <a:t>Displays the total amount calculated based on selected tickets.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FCC47D-3112-FE3A-5019-6476694D9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2972306"/>
            <a:ext cx="10774298" cy="35581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7321295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7549337"/>
            <a:ext cx="2476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097270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66537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0416" y="6764477"/>
            <a:ext cx="16192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4407789" y="507238"/>
            <a:ext cx="90970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11015" algn="l"/>
                <a:tab pos="4971415" algn="l"/>
              </a:tabLst>
            </a:pPr>
            <a:r>
              <a:rPr spc="85" dirty="0"/>
              <a:t>AD</a:t>
            </a:r>
            <a:r>
              <a:rPr spc="-525" dirty="0"/>
              <a:t>V</a:t>
            </a:r>
            <a:r>
              <a:rPr spc="85" dirty="0"/>
              <a:t>AN</a:t>
            </a:r>
            <a:r>
              <a:rPr spc="-265" dirty="0"/>
              <a:t>T</a:t>
            </a:r>
            <a:r>
              <a:rPr spc="85" dirty="0"/>
              <a:t>AGES</a:t>
            </a:r>
            <a:r>
              <a:rPr dirty="0"/>
              <a:t>	</a:t>
            </a:r>
            <a:r>
              <a:rPr spc="-50" dirty="0"/>
              <a:t>&amp;</a:t>
            </a:r>
            <a:r>
              <a:rPr dirty="0"/>
              <a:t>	</a:t>
            </a:r>
            <a:r>
              <a:rPr spc="-65" dirty="0"/>
              <a:t>LIMITATIONS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5B7760-A8E9-A24A-8EE4-BA229CE2EF9B}"/>
              </a:ext>
            </a:extLst>
          </p:cNvPr>
          <p:cNvSpPr txBox="1"/>
          <p:nvPr/>
        </p:nvSpPr>
        <p:spPr>
          <a:xfrm>
            <a:off x="3352800" y="2377948"/>
            <a:ext cx="109728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US" sz="3200" b="1" dirty="0"/>
              <a:t>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Easy and convenient for users to book tickets online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Reduces manual work and paperwork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Faster event management and ticket processing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Centralized database for storing all information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Real-time updates on event availability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07A7D2-9B49-E894-F2C6-EFC383C5A56A}"/>
              </a:ext>
            </a:extLst>
          </p:cNvPr>
          <p:cNvSpPr txBox="1"/>
          <p:nvPr/>
        </p:nvSpPr>
        <p:spPr>
          <a:xfrm>
            <a:off x="3429000" y="5986271"/>
            <a:ext cx="10075799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Requires internet connection to access the 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Basic security (can be improved with advanced features)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Limited scalability for very large number of users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Payment integration may be basic or simulated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Requires regular maintenance and updates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19E8-3CF5-F2A2-35CB-D5D886025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4533900"/>
            <a:ext cx="11715750" cy="1956122"/>
          </a:xfrm>
        </p:spPr>
        <p:txBody>
          <a:bodyPr/>
          <a:lstStyle/>
          <a:p>
            <a:r>
              <a:rPr lang="en-US" sz="11150" dirty="0"/>
              <a:t>Thank you</a:t>
            </a:r>
            <a:endParaRPr lang="en-IN" sz="11150" dirty="0"/>
          </a:p>
        </p:txBody>
      </p:sp>
    </p:spTree>
    <p:extLst>
      <p:ext uri="{BB962C8B-B14F-4D97-AF65-F5344CB8AC3E}">
        <p14:creationId xmlns:p14="http://schemas.microsoft.com/office/powerpoint/2010/main" val="3946496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675</TotalTime>
  <Words>824</Words>
  <Application>Microsoft Office PowerPoint</Application>
  <PresentationFormat>Custom</PresentationFormat>
  <Paragraphs>251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Cambria</vt:lpstr>
      <vt:lpstr>Tahoma</vt:lpstr>
      <vt:lpstr>Times New Roman</vt:lpstr>
      <vt:lpstr>Office Theme</vt:lpstr>
      <vt:lpstr>School of Computing</vt:lpstr>
      <vt:lpstr>INTRODUCTION</vt:lpstr>
      <vt:lpstr>PROBLEM STATEMENT</vt:lpstr>
      <vt:lpstr>OBJECTIVES</vt:lpstr>
      <vt:lpstr>PROPOSED SYSTEM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umar kottalapalli</dc:creator>
  <cp:lastModifiedBy>umar kottalapalli</cp:lastModifiedBy>
  <cp:revision>15</cp:revision>
  <dcterms:created xsi:type="dcterms:W3CDTF">2026-03-02T03:28:12Z</dcterms:created>
  <dcterms:modified xsi:type="dcterms:W3CDTF">2026-03-23T01:33:25Z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2026-03-02T00:00:00Z</vt:filetime>
  </property>
  <property fmtid="{D5CDD505-2E9C-101B-9397-08002B2CF9AE}" pid="5" name="Producer">
    <vt:lpwstr>www.ilovepdf.com</vt:lpwstr>
  </property>
</Properties>
</file>