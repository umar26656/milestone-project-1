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EBF1E8-D73A-42F3-9D10-9FF243B4486F}" v="30" dt="2026-03-23T01:31:36.36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52" d="100"/>
          <a:sy n="52" d="100"/>
        </p:scale>
        <p:origin x="8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F6677B-8386-4D99-8CB6-60CE85B49A32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7CED7-D397-4570-B28F-957CB125C6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3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Start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7CED7-D397-4570-B28F-957CB125C6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70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6786859" y="1368596"/>
            <a:ext cx="1501140" cy="7550150"/>
          </a:xfrm>
          <a:custGeom>
            <a:avLst/>
            <a:gdLst/>
            <a:ahLst/>
            <a:cxnLst/>
            <a:rect l="l" t="t" r="r" b="b"/>
            <a:pathLst>
              <a:path w="1501140" h="7550150">
                <a:moveTo>
                  <a:pt x="1501140" y="0"/>
                </a:moveTo>
                <a:lnTo>
                  <a:pt x="1454574" y="49820"/>
                </a:lnTo>
                <a:lnTo>
                  <a:pt x="1424269" y="82960"/>
                </a:lnTo>
                <a:lnTo>
                  <a:pt x="1394232" y="116347"/>
                </a:lnTo>
                <a:lnTo>
                  <a:pt x="1364464" y="149980"/>
                </a:lnTo>
                <a:lnTo>
                  <a:pt x="1334968" y="183857"/>
                </a:lnTo>
                <a:lnTo>
                  <a:pt x="1305745" y="217976"/>
                </a:lnTo>
                <a:lnTo>
                  <a:pt x="1276796" y="252336"/>
                </a:lnTo>
                <a:lnTo>
                  <a:pt x="1248124" y="286935"/>
                </a:lnTo>
                <a:lnTo>
                  <a:pt x="1219731" y="321771"/>
                </a:lnTo>
                <a:lnTo>
                  <a:pt x="1191617" y="356842"/>
                </a:lnTo>
                <a:lnTo>
                  <a:pt x="1163784" y="392148"/>
                </a:lnTo>
                <a:lnTo>
                  <a:pt x="1136235" y="427686"/>
                </a:lnTo>
                <a:lnTo>
                  <a:pt x="1108970" y="463454"/>
                </a:lnTo>
                <a:lnTo>
                  <a:pt x="1081993" y="499450"/>
                </a:lnTo>
                <a:lnTo>
                  <a:pt x="1055303" y="535674"/>
                </a:lnTo>
                <a:lnTo>
                  <a:pt x="1028904" y="572124"/>
                </a:lnTo>
                <a:lnTo>
                  <a:pt x="1002797" y="608796"/>
                </a:lnTo>
                <a:lnTo>
                  <a:pt x="976983" y="645691"/>
                </a:lnTo>
                <a:lnTo>
                  <a:pt x="951464" y="682806"/>
                </a:lnTo>
                <a:lnTo>
                  <a:pt x="926242" y="720139"/>
                </a:lnTo>
                <a:lnTo>
                  <a:pt x="901318" y="757690"/>
                </a:lnTo>
                <a:lnTo>
                  <a:pt x="876695" y="795455"/>
                </a:lnTo>
                <a:lnTo>
                  <a:pt x="852374" y="833434"/>
                </a:lnTo>
                <a:lnTo>
                  <a:pt x="828356" y="871624"/>
                </a:lnTo>
                <a:lnTo>
                  <a:pt x="804644" y="910025"/>
                </a:lnTo>
                <a:lnTo>
                  <a:pt x="781239" y="948634"/>
                </a:lnTo>
                <a:lnTo>
                  <a:pt x="758143" y="987449"/>
                </a:lnTo>
                <a:lnTo>
                  <a:pt x="735357" y="1026469"/>
                </a:lnTo>
                <a:lnTo>
                  <a:pt x="712884" y="1065693"/>
                </a:lnTo>
                <a:lnTo>
                  <a:pt x="690724" y="1105118"/>
                </a:lnTo>
                <a:lnTo>
                  <a:pt x="668880" y="1144742"/>
                </a:lnTo>
                <a:lnTo>
                  <a:pt x="647353" y="1184565"/>
                </a:lnTo>
                <a:lnTo>
                  <a:pt x="626145" y="1224584"/>
                </a:lnTo>
                <a:lnTo>
                  <a:pt x="605258" y="1264798"/>
                </a:lnTo>
                <a:lnTo>
                  <a:pt x="584694" y="1305205"/>
                </a:lnTo>
                <a:lnTo>
                  <a:pt x="564453" y="1345803"/>
                </a:lnTo>
                <a:lnTo>
                  <a:pt x="544538" y="1386591"/>
                </a:lnTo>
                <a:lnTo>
                  <a:pt x="524951" y="1427566"/>
                </a:lnTo>
                <a:lnTo>
                  <a:pt x="505693" y="1468728"/>
                </a:lnTo>
                <a:lnTo>
                  <a:pt x="486766" y="1510074"/>
                </a:lnTo>
                <a:lnTo>
                  <a:pt x="468172" y="1551602"/>
                </a:lnTo>
                <a:lnTo>
                  <a:pt x="449912" y="1593312"/>
                </a:lnTo>
                <a:lnTo>
                  <a:pt x="431988" y="1635201"/>
                </a:lnTo>
                <a:lnTo>
                  <a:pt x="414402" y="1677268"/>
                </a:lnTo>
                <a:lnTo>
                  <a:pt x="397155" y="1719511"/>
                </a:lnTo>
                <a:lnTo>
                  <a:pt x="380249" y="1761928"/>
                </a:lnTo>
                <a:lnTo>
                  <a:pt x="363687" y="1804517"/>
                </a:lnTo>
                <a:lnTo>
                  <a:pt x="347468" y="1847278"/>
                </a:lnTo>
                <a:lnTo>
                  <a:pt x="331596" y="1890207"/>
                </a:lnTo>
                <a:lnTo>
                  <a:pt x="316072" y="1933304"/>
                </a:lnTo>
                <a:lnTo>
                  <a:pt x="300898" y="1976567"/>
                </a:lnTo>
                <a:lnTo>
                  <a:pt x="286075" y="2019993"/>
                </a:lnTo>
                <a:lnTo>
                  <a:pt x="271605" y="2063582"/>
                </a:lnTo>
                <a:lnTo>
                  <a:pt x="257490" y="2107331"/>
                </a:lnTo>
                <a:lnTo>
                  <a:pt x="243732" y="2151240"/>
                </a:lnTo>
                <a:lnTo>
                  <a:pt x="230331" y="2195305"/>
                </a:lnTo>
                <a:lnTo>
                  <a:pt x="217291" y="2239526"/>
                </a:lnTo>
                <a:lnTo>
                  <a:pt x="204612" y="2283901"/>
                </a:lnTo>
                <a:lnTo>
                  <a:pt x="192296" y="2328428"/>
                </a:lnTo>
                <a:lnTo>
                  <a:pt x="180346" y="2373105"/>
                </a:lnTo>
                <a:lnTo>
                  <a:pt x="168762" y="2417931"/>
                </a:lnTo>
                <a:lnTo>
                  <a:pt x="157546" y="2462904"/>
                </a:lnTo>
                <a:lnTo>
                  <a:pt x="146701" y="2508023"/>
                </a:lnTo>
                <a:lnTo>
                  <a:pt x="136227" y="2553284"/>
                </a:lnTo>
                <a:lnTo>
                  <a:pt x="126127" y="2598688"/>
                </a:lnTo>
                <a:lnTo>
                  <a:pt x="116402" y="2644232"/>
                </a:lnTo>
                <a:lnTo>
                  <a:pt x="107054" y="2689914"/>
                </a:lnTo>
                <a:lnTo>
                  <a:pt x="98085" y="2735733"/>
                </a:lnTo>
                <a:lnTo>
                  <a:pt x="89496" y="2781687"/>
                </a:lnTo>
                <a:lnTo>
                  <a:pt x="81289" y="2827775"/>
                </a:lnTo>
                <a:lnTo>
                  <a:pt x="73466" y="2873994"/>
                </a:lnTo>
                <a:lnTo>
                  <a:pt x="66028" y="2920343"/>
                </a:lnTo>
                <a:lnTo>
                  <a:pt x="58977" y="2966820"/>
                </a:lnTo>
                <a:lnTo>
                  <a:pt x="52315" y="3013424"/>
                </a:lnTo>
                <a:lnTo>
                  <a:pt x="46044" y="3060152"/>
                </a:lnTo>
                <a:lnTo>
                  <a:pt x="40165" y="3107004"/>
                </a:lnTo>
                <a:lnTo>
                  <a:pt x="34680" y="3153977"/>
                </a:lnTo>
                <a:lnTo>
                  <a:pt x="29591" y="3201070"/>
                </a:lnTo>
                <a:lnTo>
                  <a:pt x="24899" y="3248281"/>
                </a:lnTo>
                <a:lnTo>
                  <a:pt x="20606" y="3295608"/>
                </a:lnTo>
                <a:lnTo>
                  <a:pt x="16714" y="3343050"/>
                </a:lnTo>
                <a:lnTo>
                  <a:pt x="13224" y="3390605"/>
                </a:lnTo>
                <a:lnTo>
                  <a:pt x="10138" y="3438271"/>
                </a:lnTo>
                <a:lnTo>
                  <a:pt x="7459" y="3486046"/>
                </a:lnTo>
                <a:lnTo>
                  <a:pt x="5187" y="3533930"/>
                </a:lnTo>
                <a:lnTo>
                  <a:pt x="3324" y="3581919"/>
                </a:lnTo>
                <a:lnTo>
                  <a:pt x="1872" y="3630013"/>
                </a:lnTo>
                <a:lnTo>
                  <a:pt x="833" y="3678209"/>
                </a:lnTo>
                <a:lnTo>
                  <a:pt x="208" y="3726507"/>
                </a:lnTo>
                <a:lnTo>
                  <a:pt x="0" y="3774903"/>
                </a:lnTo>
                <a:lnTo>
                  <a:pt x="208" y="3823300"/>
                </a:lnTo>
                <a:lnTo>
                  <a:pt x="833" y="3871597"/>
                </a:lnTo>
                <a:lnTo>
                  <a:pt x="1872" y="3919794"/>
                </a:lnTo>
                <a:lnTo>
                  <a:pt x="3324" y="3967888"/>
                </a:lnTo>
                <a:lnTo>
                  <a:pt x="5187" y="4015877"/>
                </a:lnTo>
                <a:lnTo>
                  <a:pt x="7459" y="4063760"/>
                </a:lnTo>
                <a:lnTo>
                  <a:pt x="10138" y="4111536"/>
                </a:lnTo>
                <a:lnTo>
                  <a:pt x="13224" y="4159202"/>
                </a:lnTo>
                <a:lnTo>
                  <a:pt x="16714" y="4206756"/>
                </a:lnTo>
                <a:lnTo>
                  <a:pt x="20606" y="4254198"/>
                </a:lnTo>
                <a:lnTo>
                  <a:pt x="24899" y="4301525"/>
                </a:lnTo>
                <a:lnTo>
                  <a:pt x="29591" y="4348736"/>
                </a:lnTo>
                <a:lnTo>
                  <a:pt x="34680" y="4395829"/>
                </a:lnTo>
                <a:lnTo>
                  <a:pt x="40165" y="4442802"/>
                </a:lnTo>
                <a:lnTo>
                  <a:pt x="46044" y="4489654"/>
                </a:lnTo>
                <a:lnTo>
                  <a:pt x="52315" y="4536383"/>
                </a:lnTo>
                <a:lnTo>
                  <a:pt x="58977" y="4582987"/>
                </a:lnTo>
                <a:lnTo>
                  <a:pt x="66028" y="4629464"/>
                </a:lnTo>
                <a:lnTo>
                  <a:pt x="73466" y="4675813"/>
                </a:lnTo>
                <a:lnTo>
                  <a:pt x="81289" y="4722032"/>
                </a:lnTo>
                <a:lnTo>
                  <a:pt x="89496" y="4768119"/>
                </a:lnTo>
                <a:lnTo>
                  <a:pt x="98085" y="4814074"/>
                </a:lnTo>
                <a:lnTo>
                  <a:pt x="107054" y="4859893"/>
                </a:lnTo>
                <a:lnTo>
                  <a:pt x="116402" y="4905575"/>
                </a:lnTo>
                <a:lnTo>
                  <a:pt x="126127" y="4951119"/>
                </a:lnTo>
                <a:lnTo>
                  <a:pt x="136227" y="4996522"/>
                </a:lnTo>
                <a:lnTo>
                  <a:pt x="146701" y="5041784"/>
                </a:lnTo>
                <a:lnTo>
                  <a:pt x="157546" y="5086902"/>
                </a:lnTo>
                <a:lnTo>
                  <a:pt x="168762" y="5131875"/>
                </a:lnTo>
                <a:lnTo>
                  <a:pt x="180346" y="5176701"/>
                </a:lnTo>
                <a:lnTo>
                  <a:pt x="192296" y="5221379"/>
                </a:lnTo>
                <a:lnTo>
                  <a:pt x="204612" y="5265905"/>
                </a:lnTo>
                <a:lnTo>
                  <a:pt x="217291" y="5310280"/>
                </a:lnTo>
                <a:lnTo>
                  <a:pt x="230331" y="5354501"/>
                </a:lnTo>
                <a:lnTo>
                  <a:pt x="243732" y="5398567"/>
                </a:lnTo>
                <a:lnTo>
                  <a:pt x="257490" y="5442475"/>
                </a:lnTo>
                <a:lnTo>
                  <a:pt x="271605" y="5486225"/>
                </a:lnTo>
                <a:lnTo>
                  <a:pt x="286075" y="5529814"/>
                </a:lnTo>
                <a:lnTo>
                  <a:pt x="300898" y="5573240"/>
                </a:lnTo>
                <a:lnTo>
                  <a:pt x="316072" y="5616503"/>
                </a:lnTo>
                <a:lnTo>
                  <a:pt x="331596" y="5659600"/>
                </a:lnTo>
                <a:lnTo>
                  <a:pt x="347468" y="5702529"/>
                </a:lnTo>
                <a:lnTo>
                  <a:pt x="363687" y="5745289"/>
                </a:lnTo>
                <a:lnTo>
                  <a:pt x="380249" y="5787879"/>
                </a:lnTo>
                <a:lnTo>
                  <a:pt x="397155" y="5830296"/>
                </a:lnTo>
                <a:lnTo>
                  <a:pt x="414402" y="5872539"/>
                </a:lnTo>
                <a:lnTo>
                  <a:pt x="431988" y="5914605"/>
                </a:lnTo>
                <a:lnTo>
                  <a:pt x="449912" y="5956494"/>
                </a:lnTo>
                <a:lnTo>
                  <a:pt x="468172" y="5998204"/>
                </a:lnTo>
                <a:lnTo>
                  <a:pt x="486766" y="6039733"/>
                </a:lnTo>
                <a:lnTo>
                  <a:pt x="505693" y="6081079"/>
                </a:lnTo>
                <a:lnTo>
                  <a:pt x="524951" y="6122241"/>
                </a:lnTo>
                <a:lnTo>
                  <a:pt x="544538" y="6163216"/>
                </a:lnTo>
                <a:lnTo>
                  <a:pt x="564453" y="6204004"/>
                </a:lnTo>
                <a:lnTo>
                  <a:pt x="584694" y="6244602"/>
                </a:lnTo>
                <a:lnTo>
                  <a:pt x="605258" y="6285009"/>
                </a:lnTo>
                <a:lnTo>
                  <a:pt x="626145" y="6325222"/>
                </a:lnTo>
                <a:lnTo>
                  <a:pt x="647353" y="6365242"/>
                </a:lnTo>
                <a:lnTo>
                  <a:pt x="668880" y="6405064"/>
                </a:lnTo>
                <a:lnTo>
                  <a:pt x="690724" y="6444689"/>
                </a:lnTo>
                <a:lnTo>
                  <a:pt x="712884" y="6484114"/>
                </a:lnTo>
                <a:lnTo>
                  <a:pt x="735357" y="6523337"/>
                </a:lnTo>
                <a:lnTo>
                  <a:pt x="758143" y="6562358"/>
                </a:lnTo>
                <a:lnTo>
                  <a:pt x="781239" y="6601173"/>
                </a:lnTo>
                <a:lnTo>
                  <a:pt x="804644" y="6639782"/>
                </a:lnTo>
                <a:lnTo>
                  <a:pt x="828356" y="6678182"/>
                </a:lnTo>
                <a:lnTo>
                  <a:pt x="852374" y="6716373"/>
                </a:lnTo>
                <a:lnTo>
                  <a:pt x="876695" y="6754352"/>
                </a:lnTo>
                <a:lnTo>
                  <a:pt x="901318" y="6792117"/>
                </a:lnTo>
                <a:lnTo>
                  <a:pt x="926242" y="6829667"/>
                </a:lnTo>
                <a:lnTo>
                  <a:pt x="951464" y="6867001"/>
                </a:lnTo>
                <a:lnTo>
                  <a:pt x="976983" y="6904116"/>
                </a:lnTo>
                <a:lnTo>
                  <a:pt x="1002797" y="6941010"/>
                </a:lnTo>
                <a:lnTo>
                  <a:pt x="1028904" y="6977683"/>
                </a:lnTo>
                <a:lnTo>
                  <a:pt x="1055303" y="7014132"/>
                </a:lnTo>
                <a:lnTo>
                  <a:pt x="1081993" y="7050356"/>
                </a:lnTo>
                <a:lnTo>
                  <a:pt x="1108970" y="7086353"/>
                </a:lnTo>
                <a:lnTo>
                  <a:pt x="1136235" y="7122121"/>
                </a:lnTo>
                <a:lnTo>
                  <a:pt x="1163784" y="7157659"/>
                </a:lnTo>
                <a:lnTo>
                  <a:pt x="1191617" y="7192964"/>
                </a:lnTo>
                <a:lnTo>
                  <a:pt x="1219731" y="7228036"/>
                </a:lnTo>
                <a:lnTo>
                  <a:pt x="1248124" y="7262872"/>
                </a:lnTo>
                <a:lnTo>
                  <a:pt x="1276796" y="7297471"/>
                </a:lnTo>
                <a:lnTo>
                  <a:pt x="1305745" y="7331831"/>
                </a:lnTo>
                <a:lnTo>
                  <a:pt x="1334968" y="7365950"/>
                </a:lnTo>
                <a:lnTo>
                  <a:pt x="1364464" y="7399827"/>
                </a:lnTo>
                <a:lnTo>
                  <a:pt x="1394232" y="7433460"/>
                </a:lnTo>
                <a:lnTo>
                  <a:pt x="1424269" y="7466847"/>
                </a:lnTo>
                <a:lnTo>
                  <a:pt x="1454574" y="7499987"/>
                </a:lnTo>
                <a:lnTo>
                  <a:pt x="1485145" y="7532877"/>
                </a:lnTo>
                <a:lnTo>
                  <a:pt x="1501140" y="7549807"/>
                </a:lnTo>
              </a:path>
            </a:pathLst>
          </a:custGeom>
          <a:ln w="6187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27786"/>
            <a:ext cx="11106150" cy="9363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1645666"/>
            <a:ext cx="14829790" cy="58794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4239" y="340356"/>
            <a:ext cx="4446493" cy="121717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7" y="1629537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162546" y="2116962"/>
            <a:ext cx="4321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6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6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12594" y="2506705"/>
            <a:ext cx="13508990" cy="5070619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L="709930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L="710565" algn="ctr">
              <a:lnSpc>
                <a:spcPct val="100000"/>
              </a:lnSpc>
              <a:spcBef>
                <a:spcPts val="1090"/>
              </a:spcBef>
            </a:pPr>
            <a:r>
              <a:rPr sz="2800" b="1" spc="229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3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7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6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L="71247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L="71247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1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23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-0</a:t>
            </a:r>
            <a:r>
              <a:rPr lang="en-IN" sz="3600" b="1" spc="-10" dirty="0">
                <a:solidFill>
                  <a:srgbClr val="C00000"/>
                </a:solidFill>
                <a:latin typeface="Arial"/>
                <a:cs typeface="Arial"/>
              </a:rPr>
              <a:t>3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866775">
              <a:lnSpc>
                <a:spcPct val="100000"/>
              </a:lnSpc>
              <a:spcBef>
                <a:spcPts val="3895"/>
              </a:spcBef>
            </a:pP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TO</a:t>
            </a:r>
            <a:r>
              <a:rPr sz="4400" spc="-8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END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EVENT</a:t>
            </a:r>
            <a:r>
              <a:rPr sz="4400" spc="-9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LIFE</a:t>
            </a:r>
            <a:r>
              <a:rPr sz="4400" spc="-6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CYCLE</a:t>
            </a:r>
            <a:r>
              <a:rPr sz="4400" spc="-75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&amp;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dirty="0">
                <a:latin typeface="Calibri"/>
                <a:cs typeface="Calibri"/>
              </a:rPr>
              <a:t>TICKETING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10" dirty="0">
                <a:latin typeface="Calibri"/>
                <a:cs typeface="Calibri"/>
              </a:rPr>
              <a:t>PLATFORM</a:t>
            </a:r>
            <a:endParaRPr sz="4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sz="3200" b="1" dirty="0">
                <a:latin typeface="Cambria"/>
                <a:cs typeface="Cambria"/>
              </a:rPr>
              <a:t>SDG: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SDG</a:t>
            </a:r>
            <a:r>
              <a:rPr sz="3200" b="1" spc="-4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No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–4</a:t>
            </a:r>
            <a:r>
              <a:rPr sz="3200" b="1" spc="-3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(</a:t>
            </a:r>
            <a:r>
              <a:rPr sz="3200" b="1" spc="-3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Quality</a:t>
            </a:r>
            <a:r>
              <a:rPr sz="3200" b="1" spc="-25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Education)</a:t>
            </a:r>
            <a:endParaRPr sz="3200" dirty="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7001" y="7758379"/>
            <a:ext cx="6858000" cy="1872307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r>
              <a:rPr lang="en-US" sz="3000" b="1" spc="-10" dirty="0">
                <a:latin typeface="Cambria"/>
                <a:cs typeface="Cambria"/>
              </a:rPr>
              <a:t>                          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Dr. S . HEMAMALINI – M.E., Ph.D.,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2700">
              <a:lnSpc>
                <a:spcPct val="100000"/>
              </a:lnSpc>
              <a:spcBef>
                <a:spcPts val="1900"/>
              </a:spcBef>
            </a:pP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2718" y="7728977"/>
            <a:ext cx="9695282" cy="1421543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5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lang="en-US" sz="3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K.UMAR</a:t>
            </a:r>
            <a:r>
              <a:rPr sz="3000" spc="-14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</a:t>
            </a:r>
            <a:r>
              <a:rPr sz="3000" spc="1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VT</a:t>
            </a:r>
            <a:r>
              <a:rPr lang="en-IN" sz="3000" spc="15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U26656</a:t>
            </a:r>
            <a:r>
              <a:rPr sz="30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0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Reg.No.2</a:t>
            </a:r>
            <a:r>
              <a:rPr lang="en-US" sz="30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3UECS0293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5612" y="1952244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5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1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8" y="496061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79701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7927" y="4447032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58029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7927" y="31074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17925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927" y="511606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2655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7927" y="3776471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8721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7927" y="645566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203" y="6566661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47927" y="578510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9632" y="5895847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47927" y="712317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1155" y="7234555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47927" y="779068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119632" y="7902320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486CBE4B-F2DA-ABA2-0D16-0C78B1A39E7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362199" y="1745535"/>
            <a:ext cx="13950695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management and ticket booking are commonly handled manually or through separate systems.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leads to inefficiency, data inconsistency, and poor user experience.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increasing demand for online services, there is a need for a centralized platform.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provides a digital solution for managing events and booking tickets.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view events, book tickets, and make payments easily.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manage events, users, and bookings efficiently.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ensures accuracy, speed, and better organization.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improves accessibility and reduces manual workload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08659" y="2648711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75228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39233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0975" y="3762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73245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7252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204329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F519A9-379C-50D4-981B-97F25580AF2C}"/>
              </a:ext>
            </a:extLst>
          </p:cNvPr>
          <p:cNvSpPr txBox="1"/>
          <p:nvPr/>
        </p:nvSpPr>
        <p:spPr>
          <a:xfrm>
            <a:off x="2209800" y="1982723"/>
            <a:ext cx="1410309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Existing event management systems are not fully integrated and often rely on manual processes.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Users face difficulties in discovering events and booking tickets efficiently.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Event organizers struggle with managing bookings and tracking data.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Lack of automation leads to errors, delays, and poor user experience.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There is a need for a reliable and automated system.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The system should handle event creation, ticket booking, and data management.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It should improve efficiency, accuracy, and user satisfaction</a:t>
            </a:r>
            <a:r>
              <a:rPr lang="en-US" dirty="0"/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316223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43427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442874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19632" y="4539233"/>
            <a:ext cx="170815" cy="36182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554348" y="327786"/>
            <a:ext cx="1110615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B3744F6-9E3B-8F17-2F51-70EF57217C1D}"/>
              </a:ext>
            </a:extLst>
          </p:cNvPr>
          <p:cNvSpPr txBox="1"/>
          <p:nvPr/>
        </p:nvSpPr>
        <p:spPr>
          <a:xfrm>
            <a:off x="2080487" y="2092833"/>
            <a:ext cx="142324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To design and develop a web-based event ticketing system for efficient event management.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dirty="0"/>
              <a:t>To implement a secure and user-friendly platform for booking and managing tickets.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3983735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11192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162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27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5094732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1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3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1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0484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4871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5184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0975" y="57591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2680" y="5870828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0975" y="70926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0975" y="7760207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6536563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4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2C0283E6-1B60-E6CE-4A1F-167506261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344" y="1982723"/>
            <a:ext cx="1424155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a web-based application for managing events and ticket bookings.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register, login, view events, and book tickets.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can add, update, and delete events.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stores all data in a centralized database.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real-time updates on ticket availability.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platform ensures secure login and transaction handling.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reduces manual work and increases efficiency.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improves user experience and system reliability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8659" y="4655820"/>
            <a:ext cx="993775" cy="992505"/>
          </a:xfrm>
          <a:custGeom>
            <a:avLst/>
            <a:gdLst/>
            <a:ahLst/>
            <a:cxnLst/>
            <a:rect l="l" t="t" r="r" b="b"/>
            <a:pathLst>
              <a:path w="993775" h="992504">
                <a:moveTo>
                  <a:pt x="496824" y="0"/>
                </a:moveTo>
                <a:lnTo>
                  <a:pt x="448977" y="2271"/>
                </a:lnTo>
                <a:lnTo>
                  <a:pt x="402417" y="8945"/>
                </a:lnTo>
                <a:lnTo>
                  <a:pt x="357351" y="19816"/>
                </a:lnTo>
                <a:lnTo>
                  <a:pt x="313989" y="34673"/>
                </a:lnTo>
                <a:lnTo>
                  <a:pt x="272538" y="53311"/>
                </a:lnTo>
                <a:lnTo>
                  <a:pt x="233207" y="75520"/>
                </a:lnTo>
                <a:lnTo>
                  <a:pt x="196203" y="101093"/>
                </a:lnTo>
                <a:lnTo>
                  <a:pt x="161736" y="129821"/>
                </a:lnTo>
                <a:lnTo>
                  <a:pt x="130012" y="161497"/>
                </a:lnTo>
                <a:lnTo>
                  <a:pt x="101241" y="195912"/>
                </a:lnTo>
                <a:lnTo>
                  <a:pt x="75630" y="232860"/>
                </a:lnTo>
                <a:lnTo>
                  <a:pt x="53388" y="272131"/>
                </a:lnTo>
                <a:lnTo>
                  <a:pt x="34724" y="313517"/>
                </a:lnTo>
                <a:lnTo>
                  <a:pt x="19844" y="356812"/>
                </a:lnTo>
                <a:lnTo>
                  <a:pt x="8958" y="401806"/>
                </a:lnTo>
                <a:lnTo>
                  <a:pt x="2274" y="448292"/>
                </a:lnTo>
                <a:lnTo>
                  <a:pt x="0" y="496062"/>
                </a:lnTo>
                <a:lnTo>
                  <a:pt x="2274" y="543831"/>
                </a:lnTo>
                <a:lnTo>
                  <a:pt x="8958" y="590317"/>
                </a:lnTo>
                <a:lnTo>
                  <a:pt x="19844" y="635311"/>
                </a:lnTo>
                <a:lnTo>
                  <a:pt x="34724" y="678606"/>
                </a:lnTo>
                <a:lnTo>
                  <a:pt x="53388" y="719992"/>
                </a:lnTo>
                <a:lnTo>
                  <a:pt x="75630" y="759263"/>
                </a:lnTo>
                <a:lnTo>
                  <a:pt x="101241" y="796211"/>
                </a:lnTo>
                <a:lnTo>
                  <a:pt x="130012" y="830626"/>
                </a:lnTo>
                <a:lnTo>
                  <a:pt x="161736" y="862302"/>
                </a:lnTo>
                <a:lnTo>
                  <a:pt x="196203" y="891030"/>
                </a:lnTo>
                <a:lnTo>
                  <a:pt x="233207" y="916603"/>
                </a:lnTo>
                <a:lnTo>
                  <a:pt x="272538" y="938812"/>
                </a:lnTo>
                <a:lnTo>
                  <a:pt x="313989" y="957450"/>
                </a:lnTo>
                <a:lnTo>
                  <a:pt x="357351" y="972307"/>
                </a:lnTo>
                <a:lnTo>
                  <a:pt x="402417" y="983178"/>
                </a:lnTo>
                <a:lnTo>
                  <a:pt x="448977" y="989852"/>
                </a:lnTo>
                <a:lnTo>
                  <a:pt x="496824" y="992124"/>
                </a:lnTo>
                <a:lnTo>
                  <a:pt x="544680" y="989852"/>
                </a:lnTo>
                <a:lnTo>
                  <a:pt x="591248" y="983178"/>
                </a:lnTo>
                <a:lnTo>
                  <a:pt x="636318" y="972307"/>
                </a:lnTo>
                <a:lnTo>
                  <a:pt x="679684" y="957450"/>
                </a:lnTo>
                <a:lnTo>
                  <a:pt x="721137" y="938812"/>
                </a:lnTo>
                <a:lnTo>
                  <a:pt x="760468" y="916603"/>
                </a:lnTo>
                <a:lnTo>
                  <a:pt x="797471" y="891030"/>
                </a:lnTo>
                <a:lnTo>
                  <a:pt x="831937" y="862302"/>
                </a:lnTo>
                <a:lnTo>
                  <a:pt x="863657" y="830626"/>
                </a:lnTo>
                <a:lnTo>
                  <a:pt x="892425" y="796211"/>
                </a:lnTo>
                <a:lnTo>
                  <a:pt x="918032" y="759263"/>
                </a:lnTo>
                <a:lnTo>
                  <a:pt x="940270" y="719992"/>
                </a:lnTo>
                <a:lnTo>
                  <a:pt x="958931" y="678606"/>
                </a:lnTo>
                <a:lnTo>
                  <a:pt x="973808" y="635311"/>
                </a:lnTo>
                <a:lnTo>
                  <a:pt x="984691" y="590317"/>
                </a:lnTo>
                <a:lnTo>
                  <a:pt x="991374" y="543831"/>
                </a:lnTo>
                <a:lnTo>
                  <a:pt x="993647" y="496062"/>
                </a:lnTo>
                <a:lnTo>
                  <a:pt x="991374" y="448292"/>
                </a:lnTo>
                <a:lnTo>
                  <a:pt x="984691" y="401806"/>
                </a:lnTo>
                <a:lnTo>
                  <a:pt x="973808" y="356812"/>
                </a:lnTo>
                <a:lnTo>
                  <a:pt x="958931" y="313517"/>
                </a:lnTo>
                <a:lnTo>
                  <a:pt x="940270" y="272131"/>
                </a:lnTo>
                <a:lnTo>
                  <a:pt x="918032" y="232860"/>
                </a:lnTo>
                <a:lnTo>
                  <a:pt x="892425" y="195912"/>
                </a:lnTo>
                <a:lnTo>
                  <a:pt x="863657" y="161497"/>
                </a:lnTo>
                <a:lnTo>
                  <a:pt x="831937" y="129821"/>
                </a:lnTo>
                <a:lnTo>
                  <a:pt x="797471" y="101093"/>
                </a:lnTo>
                <a:lnTo>
                  <a:pt x="760468" y="75520"/>
                </a:lnTo>
                <a:lnTo>
                  <a:pt x="721137" y="53311"/>
                </a:lnTo>
                <a:lnTo>
                  <a:pt x="679684" y="34673"/>
                </a:lnTo>
                <a:lnTo>
                  <a:pt x="636318" y="19816"/>
                </a:lnTo>
                <a:lnTo>
                  <a:pt x="591248" y="8945"/>
                </a:lnTo>
                <a:lnTo>
                  <a:pt x="544680" y="2271"/>
                </a:lnTo>
                <a:lnTo>
                  <a:pt x="496824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883658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975" y="3320796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1285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0975" y="198729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097405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0975" y="3988308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19632" y="4098797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0975" y="265328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4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63393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0975" y="642975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4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4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1389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0975" y="5765291"/>
            <a:ext cx="509270" cy="542925"/>
          </a:xfrm>
          <a:custGeom>
            <a:avLst/>
            <a:gdLst/>
            <a:ahLst/>
            <a:cxnLst/>
            <a:rect l="l" t="t" r="r" b="b"/>
            <a:pathLst>
              <a:path w="509269" h="542925">
                <a:moveTo>
                  <a:pt x="254508" y="0"/>
                </a:moveTo>
                <a:lnTo>
                  <a:pt x="208759" y="4369"/>
                </a:lnTo>
                <a:lnTo>
                  <a:pt x="165700" y="16966"/>
                </a:lnTo>
                <a:lnTo>
                  <a:pt x="126051" y="37027"/>
                </a:lnTo>
                <a:lnTo>
                  <a:pt x="90530" y="63786"/>
                </a:lnTo>
                <a:lnTo>
                  <a:pt x="59856" y="96478"/>
                </a:lnTo>
                <a:lnTo>
                  <a:pt x="34747" y="134337"/>
                </a:lnTo>
                <a:lnTo>
                  <a:pt x="15922" y="176600"/>
                </a:lnTo>
                <a:lnTo>
                  <a:pt x="4100" y="222499"/>
                </a:lnTo>
                <a:lnTo>
                  <a:pt x="0" y="271272"/>
                </a:lnTo>
                <a:lnTo>
                  <a:pt x="4100" y="320044"/>
                </a:lnTo>
                <a:lnTo>
                  <a:pt x="15922" y="365943"/>
                </a:lnTo>
                <a:lnTo>
                  <a:pt x="34747" y="408206"/>
                </a:lnTo>
                <a:lnTo>
                  <a:pt x="59856" y="446065"/>
                </a:lnTo>
                <a:lnTo>
                  <a:pt x="90530" y="478757"/>
                </a:lnTo>
                <a:lnTo>
                  <a:pt x="126051" y="505516"/>
                </a:lnTo>
                <a:lnTo>
                  <a:pt x="165700" y="525577"/>
                </a:lnTo>
                <a:lnTo>
                  <a:pt x="208759" y="538174"/>
                </a:lnTo>
                <a:lnTo>
                  <a:pt x="254508" y="542544"/>
                </a:lnTo>
                <a:lnTo>
                  <a:pt x="300263" y="538174"/>
                </a:lnTo>
                <a:lnTo>
                  <a:pt x="343325" y="525577"/>
                </a:lnTo>
                <a:lnTo>
                  <a:pt x="382975" y="505516"/>
                </a:lnTo>
                <a:lnTo>
                  <a:pt x="418495" y="478757"/>
                </a:lnTo>
                <a:lnTo>
                  <a:pt x="449168" y="446065"/>
                </a:lnTo>
                <a:lnTo>
                  <a:pt x="474274" y="408206"/>
                </a:lnTo>
                <a:lnTo>
                  <a:pt x="493096" y="365943"/>
                </a:lnTo>
                <a:lnTo>
                  <a:pt x="504916" y="320044"/>
                </a:lnTo>
                <a:lnTo>
                  <a:pt x="509016" y="271272"/>
                </a:lnTo>
                <a:lnTo>
                  <a:pt x="504916" y="222499"/>
                </a:lnTo>
                <a:lnTo>
                  <a:pt x="493096" y="176600"/>
                </a:lnTo>
                <a:lnTo>
                  <a:pt x="474274" y="134337"/>
                </a:lnTo>
                <a:lnTo>
                  <a:pt x="449168" y="96478"/>
                </a:lnTo>
                <a:lnTo>
                  <a:pt x="418495" y="63786"/>
                </a:lnTo>
                <a:lnTo>
                  <a:pt x="382975" y="37027"/>
                </a:lnTo>
                <a:lnTo>
                  <a:pt x="343325" y="16966"/>
                </a:lnTo>
                <a:lnTo>
                  <a:pt x="300263" y="4369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75401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0975" y="7088123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8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4203" y="7199503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50975" y="7755635"/>
            <a:ext cx="509270" cy="544195"/>
          </a:xfrm>
          <a:custGeom>
            <a:avLst/>
            <a:gdLst/>
            <a:ahLst/>
            <a:cxnLst/>
            <a:rect l="l" t="t" r="r" b="b"/>
            <a:pathLst>
              <a:path w="509269" h="544195">
                <a:moveTo>
                  <a:pt x="254508" y="0"/>
                </a:moveTo>
                <a:lnTo>
                  <a:pt x="208759" y="4382"/>
                </a:lnTo>
                <a:lnTo>
                  <a:pt x="165700" y="17019"/>
                </a:lnTo>
                <a:lnTo>
                  <a:pt x="126051" y="37140"/>
                </a:lnTo>
                <a:lnTo>
                  <a:pt x="90530" y="63978"/>
                </a:lnTo>
                <a:lnTo>
                  <a:pt x="59856" y="96765"/>
                </a:lnTo>
                <a:lnTo>
                  <a:pt x="34747" y="134732"/>
                </a:lnTo>
                <a:lnTo>
                  <a:pt x="15922" y="177112"/>
                </a:lnTo>
                <a:lnTo>
                  <a:pt x="4100" y="223135"/>
                </a:lnTo>
                <a:lnTo>
                  <a:pt x="0" y="272033"/>
                </a:lnTo>
                <a:lnTo>
                  <a:pt x="4100" y="320932"/>
                </a:lnTo>
                <a:lnTo>
                  <a:pt x="15922" y="366955"/>
                </a:lnTo>
                <a:lnTo>
                  <a:pt x="34747" y="409335"/>
                </a:lnTo>
                <a:lnTo>
                  <a:pt x="59856" y="447302"/>
                </a:lnTo>
                <a:lnTo>
                  <a:pt x="90530" y="480089"/>
                </a:lnTo>
                <a:lnTo>
                  <a:pt x="126051" y="506927"/>
                </a:lnTo>
                <a:lnTo>
                  <a:pt x="165700" y="527048"/>
                </a:lnTo>
                <a:lnTo>
                  <a:pt x="208759" y="539685"/>
                </a:lnTo>
                <a:lnTo>
                  <a:pt x="254508" y="544067"/>
                </a:lnTo>
                <a:lnTo>
                  <a:pt x="300263" y="539685"/>
                </a:lnTo>
                <a:lnTo>
                  <a:pt x="343325" y="527048"/>
                </a:lnTo>
                <a:lnTo>
                  <a:pt x="382975" y="506927"/>
                </a:lnTo>
                <a:lnTo>
                  <a:pt x="418495" y="480089"/>
                </a:lnTo>
                <a:lnTo>
                  <a:pt x="449168" y="447302"/>
                </a:lnTo>
                <a:lnTo>
                  <a:pt x="474274" y="409335"/>
                </a:lnTo>
                <a:lnTo>
                  <a:pt x="493096" y="366955"/>
                </a:lnTo>
                <a:lnTo>
                  <a:pt x="504916" y="320932"/>
                </a:lnTo>
                <a:lnTo>
                  <a:pt x="509016" y="272033"/>
                </a:lnTo>
                <a:lnTo>
                  <a:pt x="504916" y="223135"/>
                </a:lnTo>
                <a:lnTo>
                  <a:pt x="493096" y="177112"/>
                </a:lnTo>
                <a:lnTo>
                  <a:pt x="474274" y="134732"/>
                </a:lnTo>
                <a:lnTo>
                  <a:pt x="449168" y="96765"/>
                </a:lnTo>
                <a:lnTo>
                  <a:pt x="418495" y="63978"/>
                </a:lnTo>
                <a:lnTo>
                  <a:pt x="382975" y="37140"/>
                </a:lnTo>
                <a:lnTo>
                  <a:pt x="343325" y="17019"/>
                </a:lnTo>
                <a:lnTo>
                  <a:pt x="300263" y="4382"/>
                </a:lnTo>
                <a:lnTo>
                  <a:pt x="254508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22680" y="7867268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14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FE983FE-85E4-53CB-E082-09ABAC6A0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081087"/>
            <a:ext cx="12192000" cy="81248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318759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46597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6425184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3464" y="6536563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C151938-45F9-4C5D-027E-B4DDCFEDE2D5}"/>
              </a:ext>
            </a:extLst>
          </p:cNvPr>
          <p:cNvSpPr/>
          <p:nvPr/>
        </p:nvSpPr>
        <p:spPr>
          <a:xfrm>
            <a:off x="8458200" y="1147571"/>
            <a:ext cx="1600200" cy="64312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72555C-A9BE-F0BE-A846-2DB1BE5D0B86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9258300" y="1790700"/>
            <a:ext cx="0" cy="526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E7B8A52-FA1A-E49B-EB18-6168DEFBF63B}"/>
              </a:ext>
            </a:extLst>
          </p:cNvPr>
          <p:cNvSpPr/>
          <p:nvPr/>
        </p:nvSpPr>
        <p:spPr>
          <a:xfrm>
            <a:off x="8305802" y="2377949"/>
            <a:ext cx="1981198" cy="6431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 Registers  / Logs In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093A71-22C8-BB8C-AD71-B93E74D60237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9296401" y="3021079"/>
            <a:ext cx="0" cy="405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D8F83E52-6DB4-ADED-43BF-BF1CA2627106}"/>
              </a:ext>
            </a:extLst>
          </p:cNvPr>
          <p:cNvSpPr/>
          <p:nvPr/>
        </p:nvSpPr>
        <p:spPr>
          <a:xfrm>
            <a:off x="8305802" y="3426333"/>
            <a:ext cx="1981198" cy="4340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View Events List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E6FA547-1547-D89C-6620-B10C20A47250}"/>
              </a:ext>
            </a:extLst>
          </p:cNvPr>
          <p:cNvCxnSpPr/>
          <p:nvPr/>
        </p:nvCxnSpPr>
        <p:spPr>
          <a:xfrm>
            <a:off x="9296401" y="4094226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2694B7D-D211-90D9-BA6B-C984F1FC5050}"/>
              </a:ext>
            </a:extLst>
          </p:cNvPr>
          <p:cNvSpPr/>
          <p:nvPr/>
        </p:nvSpPr>
        <p:spPr>
          <a:xfrm>
            <a:off x="8305802" y="4217543"/>
            <a:ext cx="1981198" cy="5441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Select Event 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E366C10-B0A5-F28B-BA75-080A23A4B627}"/>
              </a:ext>
            </a:extLst>
          </p:cNvPr>
          <p:cNvCxnSpPr>
            <a:stCxn id="32" idx="2"/>
            <a:endCxn id="35" idx="0"/>
          </p:cNvCxnSpPr>
          <p:nvPr/>
        </p:nvCxnSpPr>
        <p:spPr>
          <a:xfrm>
            <a:off x="9296401" y="3860418"/>
            <a:ext cx="0" cy="35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BA01F37B-EA89-2EB3-DB44-BAAFDAD54933}"/>
              </a:ext>
            </a:extLst>
          </p:cNvPr>
          <p:cNvSpPr/>
          <p:nvPr/>
        </p:nvSpPr>
        <p:spPr>
          <a:xfrm>
            <a:off x="8305802" y="5046853"/>
            <a:ext cx="1981198" cy="4997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Enter Booking Details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837512D-27FE-A4EA-93FA-D29252999713}"/>
              </a:ext>
            </a:extLst>
          </p:cNvPr>
          <p:cNvCxnSpPr>
            <a:stCxn id="35" idx="2"/>
            <a:endCxn id="38" idx="0"/>
          </p:cNvCxnSpPr>
          <p:nvPr/>
        </p:nvCxnSpPr>
        <p:spPr>
          <a:xfrm>
            <a:off x="9296401" y="4761738"/>
            <a:ext cx="0" cy="285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C0DE5DC-CC48-8C9C-5EFF-CEBB29A7DE31}"/>
              </a:ext>
            </a:extLst>
          </p:cNvPr>
          <p:cNvSpPr/>
          <p:nvPr/>
        </p:nvSpPr>
        <p:spPr>
          <a:xfrm>
            <a:off x="8305802" y="5829301"/>
            <a:ext cx="1981198" cy="5958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Confirm Booking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BD9680D-22B5-5C13-FCAE-48A0579AF9C2}"/>
              </a:ext>
            </a:extLst>
          </p:cNvPr>
          <p:cNvSpPr/>
          <p:nvPr/>
        </p:nvSpPr>
        <p:spPr>
          <a:xfrm>
            <a:off x="8305802" y="6707889"/>
            <a:ext cx="1981198" cy="6135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Store in Database(MySQL) 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45466F7-DCA5-B7EB-B0F1-9CA44FFEDC13}"/>
              </a:ext>
            </a:extLst>
          </p:cNvPr>
          <p:cNvSpPr/>
          <p:nvPr/>
        </p:nvSpPr>
        <p:spPr>
          <a:xfrm>
            <a:off x="8305802" y="7636890"/>
            <a:ext cx="1981198" cy="5204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Show Confirmation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720B7D1-2188-6A41-4350-ACF59429259B}"/>
              </a:ext>
            </a:extLst>
          </p:cNvPr>
          <p:cNvSpPr/>
          <p:nvPr/>
        </p:nvSpPr>
        <p:spPr>
          <a:xfrm>
            <a:off x="8458200" y="8472804"/>
            <a:ext cx="1828800" cy="66662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D77F482-2E7E-B587-0A14-18A84359DFA2}"/>
              </a:ext>
            </a:extLst>
          </p:cNvPr>
          <p:cNvCxnSpPr>
            <a:stCxn id="38" idx="2"/>
            <a:endCxn id="41" idx="0"/>
          </p:cNvCxnSpPr>
          <p:nvPr/>
        </p:nvCxnSpPr>
        <p:spPr>
          <a:xfrm>
            <a:off x="9296401" y="5546597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63859C0-2320-BF16-5F53-1BCC02E91F55}"/>
              </a:ext>
            </a:extLst>
          </p:cNvPr>
          <p:cNvCxnSpPr>
            <a:stCxn id="41" idx="2"/>
            <a:endCxn id="42" idx="0"/>
          </p:cNvCxnSpPr>
          <p:nvPr/>
        </p:nvCxnSpPr>
        <p:spPr>
          <a:xfrm>
            <a:off x="9296401" y="6425185"/>
            <a:ext cx="0" cy="2827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84949B6-EF76-9594-18AB-076427418B25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>
            <a:off x="9296401" y="7321422"/>
            <a:ext cx="0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7A7B006-2FA9-617A-9197-F9A078AF0BA9}"/>
              </a:ext>
            </a:extLst>
          </p:cNvPr>
          <p:cNvCxnSpPr>
            <a:stCxn id="43" idx="2"/>
            <a:endCxn id="44" idx="0"/>
          </p:cNvCxnSpPr>
          <p:nvPr/>
        </p:nvCxnSpPr>
        <p:spPr>
          <a:xfrm>
            <a:off x="9296401" y="8157336"/>
            <a:ext cx="76199" cy="3154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5977128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2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4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2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04661"/>
            <a:ext cx="230504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709269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0416" y="7204329"/>
            <a:ext cx="1619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909827"/>
            <a:ext cx="946403" cy="237744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15" dirty="0"/>
              <a:t> </a:t>
            </a:r>
            <a:r>
              <a:rPr spc="-20" dirty="0"/>
              <a:t>USED</a:t>
            </a:r>
          </a:p>
        </p:txBody>
      </p:sp>
      <p:sp>
        <p:nvSpPr>
          <p:cNvPr id="26" name="Rectangle 1">
            <a:extLst>
              <a:ext uri="{FF2B5EF4-FFF2-40B4-BE49-F238E27FC236}">
                <a16:creationId xmlns:a16="http://schemas.microsoft.com/office/drawing/2014/main" id="{EBE73055-BF0A-4FD4-80EA-1FE0A692D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0" y="2303129"/>
            <a:ext cx="1119476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HTML5, CSS3, JavaScript (ES6), JSP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(Servlets), Apache Tomcat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MySQL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Eclipse IDE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Hardware/Software:</a:t>
            </a:r>
            <a:r>
              <a:rPr lang="en-US" altLang="en-US" sz="3600" b="0" dirty="0">
                <a:latin typeface="Arial" panose="020B0604020202020204" pitchFamily="34" charset="0"/>
              </a:rPr>
              <a:t>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Tomcat Server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9878" y="6882130"/>
            <a:ext cx="2419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70" dirty="0">
                <a:solidFill>
                  <a:srgbClr val="FFFDFD"/>
                </a:solidFill>
                <a:latin typeface="Tahoma"/>
                <a:cs typeface="Tahoma"/>
              </a:rPr>
              <a:t>8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6280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-25" dirty="0"/>
              <a:t> </a:t>
            </a:r>
            <a:r>
              <a:rPr spc="-10" dirty="0"/>
              <a:t>DESCRIPTION</a:t>
            </a:r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A19D1454-B55C-38CF-F077-E28B58C12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596" y="2131608"/>
            <a:ext cx="1726014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Handles registration, login, and profile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 creates and manages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Booking System: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Users book tickets and view bookings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Management: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Stores and retrieves data securely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070" y="2092833"/>
            <a:ext cx="217804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4600" y="7167173"/>
            <a:ext cx="14205204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br>
              <a:rPr lang="en-US" sz="3200" dirty="0"/>
            </a:br>
            <a:r>
              <a:rPr lang="en-US" sz="3200" dirty="0"/>
              <a:t>The Register page allows new users to create an account by entering name, email, and password.</a:t>
            </a:r>
            <a:br>
              <a:rPr lang="en-US" sz="3200" dirty="0"/>
            </a:br>
            <a:r>
              <a:rPr lang="en-US" sz="3200" dirty="0"/>
              <a:t>Data is stored in the database for future login authentication.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0ECA3B3-1353-C3FE-D462-C816F9834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824" y="1562101"/>
            <a:ext cx="5867995" cy="54863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51" rIns="0" bIns="0" rtlCol="0">
            <a:spAutoFit/>
          </a:bodyPr>
          <a:lstStyle/>
          <a:p>
            <a:pPr marL="5854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00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67562" y="2092833"/>
            <a:ext cx="16987520" cy="66120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485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083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96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lang="en-IN"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lang="en-IN" sz="1700" dirty="0">
              <a:latin typeface="Tahoma"/>
              <a:cs typeface="Tahoma"/>
            </a:endParaRPr>
          </a:p>
          <a:p>
            <a:pPr marL="298450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20"/>
              </a:spcBef>
            </a:pPr>
            <a:endParaRPr lang="en-IN" sz="2400" dirty="0">
              <a:latin typeface="Tahoma"/>
              <a:cs typeface="Tahoma"/>
            </a:endParaRPr>
          </a:p>
          <a:p>
            <a:pPr marL="294005">
              <a:lnSpc>
                <a:spcPct val="100000"/>
              </a:lnSpc>
            </a:pPr>
            <a:r>
              <a:rPr lang="en-IN"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lang="en-IN" sz="1700" dirty="0">
              <a:latin typeface="Tahoma"/>
              <a:cs typeface="Tahoma"/>
            </a:endParaRPr>
          </a:p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973834-C6A0-73AE-030E-4F73B1E67800}"/>
              </a:ext>
            </a:extLst>
          </p:cNvPr>
          <p:cNvSpPr txBox="1"/>
          <p:nvPr/>
        </p:nvSpPr>
        <p:spPr>
          <a:xfrm>
            <a:off x="1728596" y="7124700"/>
            <a:ext cx="14584299" cy="1449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6630">
              <a:lnSpc>
                <a:spcPct val="100000"/>
              </a:lnSpc>
              <a:spcBef>
                <a:spcPts val="530"/>
              </a:spcBef>
            </a:pPr>
            <a:r>
              <a:rPr lang="en-IN" sz="2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marL="976630" algn="just">
              <a:lnSpc>
                <a:spcPct val="100000"/>
              </a:lnSpc>
              <a:spcBef>
                <a:spcPts val="530"/>
              </a:spcBef>
            </a:pPr>
            <a:r>
              <a:rPr lang="en-US" sz="2800" dirty="0"/>
              <a:t>Login page lets existing users log in using their registered email and password.</a:t>
            </a:r>
            <a:br>
              <a:rPr lang="en-US" sz="2800" dirty="0"/>
            </a:br>
            <a:r>
              <a:rPr lang="en-US" sz="2800" dirty="0"/>
              <a:t>Validates credentials and redirects to the events dashboard on success</a:t>
            </a:r>
            <a:endParaRPr lang="en-IN"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7975DF-1C40-9F6E-BABF-FF171939F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865" y="1982723"/>
            <a:ext cx="4982270" cy="48371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6706" y="2092833"/>
            <a:ext cx="70548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441194" y="7895081"/>
            <a:ext cx="14890115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IN"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Displays a list of available events with date, venue, and ticket price.</a:t>
            </a:r>
            <a:br>
              <a:rPr lang="en-US" sz="3200" dirty="0"/>
            </a:br>
            <a:r>
              <a:rPr lang="en-US" sz="3200" dirty="0"/>
              <a:t>Users can select quantity and click “Book” to reserve tickets.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CFEFA85-A70B-AFB3-DCF8-BBD527168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774" y="2092833"/>
            <a:ext cx="14412121" cy="50318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665378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3658" y="2092833"/>
            <a:ext cx="711835" cy="5219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8408" y="776020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8892" y="7872221"/>
            <a:ext cx="1657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2895" y="1028700"/>
            <a:ext cx="946403" cy="23622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IMPLEMENTATION</a:t>
            </a:r>
            <a:r>
              <a:rPr spc="-235" dirty="0"/>
              <a:t> </a:t>
            </a:r>
            <a:r>
              <a:rPr spc="-10" dirty="0"/>
              <a:t>SCREENSHOTS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514600" y="7207562"/>
            <a:ext cx="13265404" cy="15029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  <a:endParaRPr lang="en-IN" sz="3200" b="1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dirty="0"/>
              <a:t>Shows a success message after ticket booking is completed.</a:t>
            </a:r>
            <a:br>
              <a:rPr lang="en-US" sz="3200" dirty="0"/>
            </a:br>
            <a:r>
              <a:rPr lang="en-US" sz="3200" dirty="0"/>
              <a:t>Displays the total amount calculated based on selected tickets.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36F98C-F7A5-C5AC-8065-AE5537BF5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882" y="2247900"/>
            <a:ext cx="5488918" cy="4148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091" y="732129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061" y="0"/>
                </a:moveTo>
                <a:lnTo>
                  <a:pt x="448288" y="2271"/>
                </a:lnTo>
                <a:lnTo>
                  <a:pt x="401799" y="8945"/>
                </a:lnTo>
                <a:lnTo>
                  <a:pt x="356803" y="19816"/>
                </a:lnTo>
                <a:lnTo>
                  <a:pt x="313507" y="34673"/>
                </a:lnTo>
                <a:lnTo>
                  <a:pt x="272120" y="53311"/>
                </a:lnTo>
                <a:lnTo>
                  <a:pt x="232848" y="75520"/>
                </a:lnTo>
                <a:lnTo>
                  <a:pt x="195902" y="101093"/>
                </a:lnTo>
                <a:lnTo>
                  <a:pt x="161487" y="129821"/>
                </a:lnTo>
                <a:lnTo>
                  <a:pt x="129812" y="161497"/>
                </a:lnTo>
                <a:lnTo>
                  <a:pt x="101085" y="195912"/>
                </a:lnTo>
                <a:lnTo>
                  <a:pt x="75514" y="232860"/>
                </a:lnTo>
                <a:lnTo>
                  <a:pt x="53306" y="272131"/>
                </a:lnTo>
                <a:lnTo>
                  <a:pt x="34670" y="313517"/>
                </a:lnTo>
                <a:lnTo>
                  <a:pt x="19814" y="356812"/>
                </a:lnTo>
                <a:lnTo>
                  <a:pt x="8944" y="401806"/>
                </a:lnTo>
                <a:lnTo>
                  <a:pt x="2270" y="448292"/>
                </a:lnTo>
                <a:lnTo>
                  <a:pt x="0" y="496061"/>
                </a:lnTo>
                <a:lnTo>
                  <a:pt x="2270" y="543831"/>
                </a:lnTo>
                <a:lnTo>
                  <a:pt x="8944" y="590317"/>
                </a:lnTo>
                <a:lnTo>
                  <a:pt x="19814" y="635311"/>
                </a:lnTo>
                <a:lnTo>
                  <a:pt x="34670" y="678606"/>
                </a:lnTo>
                <a:lnTo>
                  <a:pt x="53306" y="719992"/>
                </a:lnTo>
                <a:lnTo>
                  <a:pt x="75514" y="759263"/>
                </a:lnTo>
                <a:lnTo>
                  <a:pt x="101085" y="796211"/>
                </a:lnTo>
                <a:lnTo>
                  <a:pt x="129812" y="830626"/>
                </a:lnTo>
                <a:lnTo>
                  <a:pt x="161487" y="862302"/>
                </a:lnTo>
                <a:lnTo>
                  <a:pt x="195902" y="891030"/>
                </a:lnTo>
                <a:lnTo>
                  <a:pt x="232848" y="916603"/>
                </a:lnTo>
                <a:lnTo>
                  <a:pt x="272120" y="938812"/>
                </a:lnTo>
                <a:lnTo>
                  <a:pt x="313507" y="957450"/>
                </a:lnTo>
                <a:lnTo>
                  <a:pt x="356803" y="972307"/>
                </a:lnTo>
                <a:lnTo>
                  <a:pt x="401799" y="983178"/>
                </a:lnTo>
                <a:lnTo>
                  <a:pt x="448288" y="989852"/>
                </a:lnTo>
                <a:lnTo>
                  <a:pt x="496061" y="992123"/>
                </a:lnTo>
                <a:lnTo>
                  <a:pt x="543831" y="989852"/>
                </a:lnTo>
                <a:lnTo>
                  <a:pt x="590317" y="983178"/>
                </a:lnTo>
                <a:lnTo>
                  <a:pt x="635311" y="972307"/>
                </a:lnTo>
                <a:lnTo>
                  <a:pt x="678606" y="957450"/>
                </a:lnTo>
                <a:lnTo>
                  <a:pt x="719992" y="938812"/>
                </a:lnTo>
                <a:lnTo>
                  <a:pt x="759263" y="916603"/>
                </a:lnTo>
                <a:lnTo>
                  <a:pt x="796211" y="891030"/>
                </a:lnTo>
                <a:lnTo>
                  <a:pt x="830626" y="862302"/>
                </a:lnTo>
                <a:lnTo>
                  <a:pt x="862302" y="830626"/>
                </a:lnTo>
                <a:lnTo>
                  <a:pt x="891030" y="796211"/>
                </a:lnTo>
                <a:lnTo>
                  <a:pt x="916603" y="759263"/>
                </a:lnTo>
                <a:lnTo>
                  <a:pt x="938812" y="719992"/>
                </a:lnTo>
                <a:lnTo>
                  <a:pt x="957450" y="678606"/>
                </a:lnTo>
                <a:lnTo>
                  <a:pt x="972307" y="635311"/>
                </a:lnTo>
                <a:lnTo>
                  <a:pt x="983178" y="590317"/>
                </a:lnTo>
                <a:lnTo>
                  <a:pt x="989852" y="543831"/>
                </a:lnTo>
                <a:lnTo>
                  <a:pt x="992124" y="496061"/>
                </a:lnTo>
                <a:lnTo>
                  <a:pt x="989852" y="448292"/>
                </a:lnTo>
                <a:lnTo>
                  <a:pt x="983178" y="401806"/>
                </a:lnTo>
                <a:lnTo>
                  <a:pt x="972307" y="356812"/>
                </a:lnTo>
                <a:lnTo>
                  <a:pt x="957450" y="313517"/>
                </a:lnTo>
                <a:lnTo>
                  <a:pt x="938812" y="272131"/>
                </a:lnTo>
                <a:lnTo>
                  <a:pt x="916603" y="232860"/>
                </a:lnTo>
                <a:lnTo>
                  <a:pt x="891030" y="195912"/>
                </a:lnTo>
                <a:lnTo>
                  <a:pt x="862302" y="161497"/>
                </a:lnTo>
                <a:lnTo>
                  <a:pt x="830626" y="129821"/>
                </a:lnTo>
                <a:lnTo>
                  <a:pt x="796211" y="101093"/>
                </a:lnTo>
                <a:lnTo>
                  <a:pt x="759263" y="75520"/>
                </a:lnTo>
                <a:lnTo>
                  <a:pt x="719992" y="53311"/>
                </a:lnTo>
                <a:lnTo>
                  <a:pt x="678606" y="34673"/>
                </a:lnTo>
                <a:lnTo>
                  <a:pt x="635311" y="19816"/>
                </a:lnTo>
                <a:lnTo>
                  <a:pt x="590317" y="8945"/>
                </a:lnTo>
                <a:lnTo>
                  <a:pt x="543831" y="2271"/>
                </a:lnTo>
                <a:lnTo>
                  <a:pt x="496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7549337"/>
            <a:ext cx="247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8408" y="33162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26333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8408" y="198272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4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8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092833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8408" y="3983735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45844" y="40942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78408" y="2648711"/>
            <a:ext cx="508000" cy="542925"/>
          </a:xfrm>
          <a:custGeom>
            <a:avLst/>
            <a:gdLst/>
            <a:ahLst/>
            <a:cxnLst/>
            <a:rect l="l" t="t" r="r" b="b"/>
            <a:pathLst>
              <a:path w="508000" h="542925">
                <a:moveTo>
                  <a:pt x="253745" y="0"/>
                </a:moveTo>
                <a:lnTo>
                  <a:pt x="208133" y="4369"/>
                </a:lnTo>
                <a:lnTo>
                  <a:pt x="165204" y="16966"/>
                </a:lnTo>
                <a:lnTo>
                  <a:pt x="125673" y="37027"/>
                </a:lnTo>
                <a:lnTo>
                  <a:pt x="90258" y="63786"/>
                </a:lnTo>
                <a:lnTo>
                  <a:pt x="59676" y="96478"/>
                </a:lnTo>
                <a:lnTo>
                  <a:pt x="34642" y="134337"/>
                </a:lnTo>
                <a:lnTo>
                  <a:pt x="15874" y="176600"/>
                </a:lnTo>
                <a:lnTo>
                  <a:pt x="4088" y="222499"/>
                </a:lnTo>
                <a:lnTo>
                  <a:pt x="0" y="271272"/>
                </a:lnTo>
                <a:lnTo>
                  <a:pt x="4088" y="320044"/>
                </a:lnTo>
                <a:lnTo>
                  <a:pt x="15874" y="365943"/>
                </a:lnTo>
                <a:lnTo>
                  <a:pt x="34642" y="408206"/>
                </a:lnTo>
                <a:lnTo>
                  <a:pt x="59676" y="446065"/>
                </a:lnTo>
                <a:lnTo>
                  <a:pt x="90258" y="478757"/>
                </a:lnTo>
                <a:lnTo>
                  <a:pt x="125673" y="505516"/>
                </a:lnTo>
                <a:lnTo>
                  <a:pt x="165204" y="525577"/>
                </a:lnTo>
                <a:lnTo>
                  <a:pt x="208133" y="538174"/>
                </a:lnTo>
                <a:lnTo>
                  <a:pt x="253745" y="542544"/>
                </a:lnTo>
                <a:lnTo>
                  <a:pt x="299341" y="538174"/>
                </a:lnTo>
                <a:lnTo>
                  <a:pt x="342262" y="525577"/>
                </a:lnTo>
                <a:lnTo>
                  <a:pt x="381790" y="505516"/>
                </a:lnTo>
                <a:lnTo>
                  <a:pt x="417207" y="478757"/>
                </a:lnTo>
                <a:lnTo>
                  <a:pt x="447794" y="446065"/>
                </a:lnTo>
                <a:lnTo>
                  <a:pt x="472835" y="408206"/>
                </a:lnTo>
                <a:lnTo>
                  <a:pt x="491610" y="365943"/>
                </a:lnTo>
                <a:lnTo>
                  <a:pt x="503401" y="320044"/>
                </a:lnTo>
                <a:lnTo>
                  <a:pt x="507491" y="271272"/>
                </a:lnTo>
                <a:lnTo>
                  <a:pt x="503401" y="222499"/>
                </a:lnTo>
                <a:lnTo>
                  <a:pt x="491610" y="176600"/>
                </a:lnTo>
                <a:lnTo>
                  <a:pt x="472835" y="134337"/>
                </a:lnTo>
                <a:lnTo>
                  <a:pt x="447794" y="96478"/>
                </a:lnTo>
                <a:lnTo>
                  <a:pt x="417207" y="63786"/>
                </a:lnTo>
                <a:lnTo>
                  <a:pt x="381790" y="37027"/>
                </a:lnTo>
                <a:lnTo>
                  <a:pt x="342262" y="16966"/>
                </a:lnTo>
                <a:lnTo>
                  <a:pt x="299341" y="4369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53464" y="2758567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78408" y="5318759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5429503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8408" y="4651247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4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4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51940" y="47617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78408" y="5986271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53464" y="6097270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78408" y="6653783"/>
            <a:ext cx="508000" cy="544195"/>
          </a:xfrm>
          <a:custGeom>
            <a:avLst/>
            <a:gdLst/>
            <a:ahLst/>
            <a:cxnLst/>
            <a:rect l="l" t="t" r="r" b="b"/>
            <a:pathLst>
              <a:path w="508000" h="544195">
                <a:moveTo>
                  <a:pt x="253745" y="0"/>
                </a:moveTo>
                <a:lnTo>
                  <a:pt x="208133" y="4382"/>
                </a:lnTo>
                <a:lnTo>
                  <a:pt x="165204" y="17019"/>
                </a:lnTo>
                <a:lnTo>
                  <a:pt x="125673" y="37140"/>
                </a:lnTo>
                <a:lnTo>
                  <a:pt x="90258" y="63978"/>
                </a:lnTo>
                <a:lnTo>
                  <a:pt x="59676" y="96765"/>
                </a:lnTo>
                <a:lnTo>
                  <a:pt x="34642" y="134732"/>
                </a:lnTo>
                <a:lnTo>
                  <a:pt x="15874" y="177112"/>
                </a:lnTo>
                <a:lnTo>
                  <a:pt x="4088" y="223135"/>
                </a:lnTo>
                <a:lnTo>
                  <a:pt x="0" y="272033"/>
                </a:lnTo>
                <a:lnTo>
                  <a:pt x="4088" y="320932"/>
                </a:lnTo>
                <a:lnTo>
                  <a:pt x="15874" y="366955"/>
                </a:lnTo>
                <a:lnTo>
                  <a:pt x="34642" y="409335"/>
                </a:lnTo>
                <a:lnTo>
                  <a:pt x="59676" y="447302"/>
                </a:lnTo>
                <a:lnTo>
                  <a:pt x="90258" y="480089"/>
                </a:lnTo>
                <a:lnTo>
                  <a:pt x="125673" y="506927"/>
                </a:lnTo>
                <a:lnTo>
                  <a:pt x="165204" y="527048"/>
                </a:lnTo>
                <a:lnTo>
                  <a:pt x="208133" y="539685"/>
                </a:lnTo>
                <a:lnTo>
                  <a:pt x="253745" y="544067"/>
                </a:lnTo>
                <a:lnTo>
                  <a:pt x="299341" y="539685"/>
                </a:lnTo>
                <a:lnTo>
                  <a:pt x="342262" y="527048"/>
                </a:lnTo>
                <a:lnTo>
                  <a:pt x="381790" y="506927"/>
                </a:lnTo>
                <a:lnTo>
                  <a:pt x="417207" y="480089"/>
                </a:lnTo>
                <a:lnTo>
                  <a:pt x="447794" y="447302"/>
                </a:lnTo>
                <a:lnTo>
                  <a:pt x="472835" y="409335"/>
                </a:lnTo>
                <a:lnTo>
                  <a:pt x="491610" y="366955"/>
                </a:lnTo>
                <a:lnTo>
                  <a:pt x="503401" y="320932"/>
                </a:lnTo>
                <a:lnTo>
                  <a:pt x="507491" y="272033"/>
                </a:lnTo>
                <a:lnTo>
                  <a:pt x="503401" y="223135"/>
                </a:lnTo>
                <a:lnTo>
                  <a:pt x="491610" y="177112"/>
                </a:lnTo>
                <a:lnTo>
                  <a:pt x="472835" y="134732"/>
                </a:lnTo>
                <a:lnTo>
                  <a:pt x="447794" y="96765"/>
                </a:lnTo>
                <a:lnTo>
                  <a:pt x="417207" y="63978"/>
                </a:lnTo>
                <a:lnTo>
                  <a:pt x="381790" y="37140"/>
                </a:lnTo>
                <a:lnTo>
                  <a:pt x="342262" y="17019"/>
                </a:lnTo>
                <a:lnTo>
                  <a:pt x="299341" y="4382"/>
                </a:lnTo>
                <a:lnTo>
                  <a:pt x="253745" y="0"/>
                </a:lnTo>
                <a:close/>
              </a:path>
            </a:pathLst>
          </a:custGeom>
          <a:ln w="914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150416" y="6764477"/>
            <a:ext cx="16192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4407789" y="507238"/>
            <a:ext cx="909701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311015" algn="l"/>
                <a:tab pos="4971415" algn="l"/>
              </a:tabLst>
            </a:pPr>
            <a:r>
              <a:rPr spc="85" dirty="0"/>
              <a:t>AD</a:t>
            </a:r>
            <a:r>
              <a:rPr spc="-525" dirty="0"/>
              <a:t>V</a:t>
            </a:r>
            <a:r>
              <a:rPr spc="85" dirty="0"/>
              <a:t>AN</a:t>
            </a:r>
            <a:r>
              <a:rPr spc="-265" dirty="0"/>
              <a:t>T</a:t>
            </a:r>
            <a:r>
              <a:rPr spc="85" dirty="0"/>
              <a:t>AGES</a:t>
            </a:r>
            <a:r>
              <a:rPr dirty="0"/>
              <a:t>	</a:t>
            </a:r>
            <a:r>
              <a:rPr spc="-50" dirty="0"/>
              <a:t>&amp;</a:t>
            </a:r>
            <a:r>
              <a:rPr dirty="0"/>
              <a:t>	</a:t>
            </a:r>
            <a:r>
              <a:rPr spc="-65" dirty="0"/>
              <a:t>LIMITATIONS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5B7760-A8E9-A24A-8EE4-BA229CE2EF9B}"/>
              </a:ext>
            </a:extLst>
          </p:cNvPr>
          <p:cNvSpPr txBox="1"/>
          <p:nvPr/>
        </p:nvSpPr>
        <p:spPr>
          <a:xfrm>
            <a:off x="3352800" y="2377948"/>
            <a:ext cx="109728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3200" b="1" dirty="0"/>
              <a:t>Advantages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Easy and convenient for users to book tickets online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Reduces manual work and paperwork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Faster event management and ticket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Centralized database for storing all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Real-time updates on event availability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07A7D2-9B49-E894-F2C6-EFC383C5A56A}"/>
              </a:ext>
            </a:extLst>
          </p:cNvPr>
          <p:cNvSpPr txBox="1"/>
          <p:nvPr/>
        </p:nvSpPr>
        <p:spPr>
          <a:xfrm>
            <a:off x="3429000" y="5986271"/>
            <a:ext cx="10075799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Limitations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Requires internet connection to access the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Basic security (can be improved with advanced features)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Limited scalability for very large number of users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Payment integration may be basic or simulated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Requires regular maintenance and updates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19E8-3CF5-F2A2-35CB-D5D886025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4533900"/>
            <a:ext cx="11715750" cy="1956122"/>
          </a:xfrm>
        </p:spPr>
        <p:txBody>
          <a:bodyPr/>
          <a:lstStyle/>
          <a:p>
            <a:r>
              <a:rPr lang="en-US" sz="11150" dirty="0"/>
              <a:t>Thank you</a:t>
            </a:r>
            <a:endParaRPr lang="en-IN" sz="11150" dirty="0"/>
          </a:p>
        </p:txBody>
      </p:sp>
    </p:spTree>
    <p:extLst>
      <p:ext uri="{BB962C8B-B14F-4D97-AF65-F5344CB8AC3E}">
        <p14:creationId xmlns:p14="http://schemas.microsoft.com/office/powerpoint/2010/main" val="3946496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</TotalTime>
  <Words>824</Words>
  <Application>Microsoft Office PowerPoint</Application>
  <PresentationFormat>Custom</PresentationFormat>
  <Paragraphs>251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Arial</vt:lpstr>
      <vt:lpstr>Calibri</vt:lpstr>
      <vt:lpstr>Cambria</vt:lpstr>
      <vt:lpstr>Tahoma</vt:lpstr>
      <vt:lpstr>Times New Roman</vt:lpstr>
      <vt:lpstr>Office Theme</vt:lpstr>
      <vt:lpstr>School of Computing</vt:lpstr>
      <vt:lpstr>INTRODUCTION</vt:lpstr>
      <vt:lpstr>PROBLEM STATEMENT</vt:lpstr>
      <vt:lpstr>OBJECTIVES</vt:lpstr>
      <vt:lpstr>PROPOSED SYSTEM</vt:lpstr>
      <vt:lpstr>PROPOSED SYSTEM ARCHITECTURE</vt:lpstr>
      <vt:lpstr>WORKFLOW</vt:lpstr>
      <vt:lpstr>TECHNOLOGIES USED</vt:lpstr>
      <vt:lpstr>MODULE DESCRIPTION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umar kottalapalli</dc:creator>
  <cp:lastModifiedBy>umar kottalapalli</cp:lastModifiedBy>
  <cp:revision>16</cp:revision>
  <dcterms:created xsi:type="dcterms:W3CDTF">2026-03-02T03:28:12Z</dcterms:created>
  <dcterms:modified xsi:type="dcterms:W3CDTF">2026-03-26T05:09:50Z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2026-03-02T00:00:00Z</vt:filetime>
  </property>
  <property fmtid="{D5CDD505-2E9C-101B-9397-08002B2CF9AE}" pid="5" name="Producer">
    <vt:lpwstr>www.ilovepdf.com</vt:lpwstr>
  </property>
</Properties>
</file>